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9" r:id="rId4"/>
    <p:sldMasterId id="214748370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Space Grotesk Light"/>
      <p:regular r:id="rId25"/>
      <p:bold r:id="rId26"/>
    </p:embeddedFont>
    <p:embeddedFont>
      <p:font typeface="Space Grotesk Medium"/>
      <p:regular r:id="rId27"/>
      <p:bold r:id="rId28"/>
    </p:embeddedFont>
    <p:embeddedFont>
      <p:font typeface="Space Grotesk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SpaceGroteskLight-bold.fntdata"/><Relationship Id="rId25" Type="http://schemas.openxmlformats.org/officeDocument/2006/relationships/font" Target="fonts/SpaceGroteskLight-regular.fntdata"/><Relationship Id="rId28" Type="http://schemas.openxmlformats.org/officeDocument/2006/relationships/font" Target="fonts/SpaceGroteskMedium-bold.fntdata"/><Relationship Id="rId27" Type="http://schemas.openxmlformats.org/officeDocument/2006/relationships/font" Target="fonts/SpaceGroteskMedium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SpaceGrotesk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SpaceGrotesk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e4195bea28_0_9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e4195bea28_0_9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e4195bea28_0_1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e4195bea28_0_1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e4195bea28_0_1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e4195bea28_0_1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e4195bea28_0_2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e4195bea28_0_2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e4195bea28_0_2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e4195bea28_0_2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e4195bea28_0_2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e4195bea28_0_2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e4195bea28_0_2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e4195bea28_0_2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e460c0978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e460c0978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e460c0978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e460c0978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e460c09789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e460c09789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e460c09789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e460c09789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e460c09789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e460c09789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e460c09789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e460c09789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e460c09789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e460c09789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e460c09789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e460c09789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e460c09789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e460c09789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e460c09789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e460c09789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e460c09789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e460c09789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TITLE_1_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2" type="title"/>
          </p:nvPr>
        </p:nvSpPr>
        <p:spPr>
          <a:xfrm>
            <a:off x="699978" y="4174219"/>
            <a:ext cx="4909500" cy="33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3" type="title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4" type="title"/>
          </p:nvPr>
        </p:nvSpPr>
        <p:spPr>
          <a:xfrm>
            <a:off x="699978" y="734269"/>
            <a:ext cx="4299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55" name="Google Shape;55;p13"/>
          <p:cNvGrpSpPr/>
          <p:nvPr/>
        </p:nvGrpSpPr>
        <p:grpSpPr>
          <a:xfrm>
            <a:off x="6871890" y="501597"/>
            <a:ext cx="139297" cy="110523"/>
            <a:chOff x="2601950" y="1974675"/>
            <a:chExt cx="2474200" cy="1963100"/>
          </a:xfrm>
        </p:grpSpPr>
        <p:sp>
          <p:nvSpPr>
            <p:cNvPr id="56" name="Google Shape;56;p13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3" name="Google Shape;63;p13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64" name="Google Shape;64;p13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71" name="Google Shape;71;p13"/>
          <p:cNvGrpSpPr/>
          <p:nvPr/>
        </p:nvGrpSpPr>
        <p:grpSpPr>
          <a:xfrm>
            <a:off x="4265152" y="4275922"/>
            <a:ext cx="139297" cy="110523"/>
            <a:chOff x="2601950" y="1974675"/>
            <a:chExt cx="2474200" cy="1963100"/>
          </a:xfrm>
        </p:grpSpPr>
        <p:sp>
          <p:nvSpPr>
            <p:cNvPr id="72" name="Google Shape;72;p13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orient="horz" pos="2772">
          <p15:clr>
            <a:srgbClr val="E46962"/>
          </p15:clr>
        </p15:guide>
        <p15:guide id="4" pos="5292">
          <p15:clr>
            <a:srgbClr val="E46962"/>
          </p15:clr>
        </p15:guide>
        <p15:guide id="5" pos="468">
          <p15:clr>
            <a:srgbClr val="E46962"/>
          </p15:clr>
        </p15:guide>
        <p15:guide id="6" pos="5601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3081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TITLE_1_2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5" name="Google Shape;85;p15"/>
          <p:cNvSpPr txBox="1"/>
          <p:nvPr>
            <p:ph idx="2" type="title"/>
          </p:nvPr>
        </p:nvSpPr>
        <p:spPr>
          <a:xfrm>
            <a:off x="699978" y="4174219"/>
            <a:ext cx="4909500" cy="33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6" name="Google Shape;86;p15"/>
          <p:cNvSpPr txBox="1"/>
          <p:nvPr>
            <p:ph idx="3" type="title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7" name="Google Shape;87;p15"/>
          <p:cNvSpPr txBox="1"/>
          <p:nvPr>
            <p:ph idx="4" type="title"/>
          </p:nvPr>
        </p:nvSpPr>
        <p:spPr>
          <a:xfrm>
            <a:off x="699978" y="734269"/>
            <a:ext cx="4299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88" name="Google Shape;88;p15"/>
          <p:cNvGrpSpPr/>
          <p:nvPr/>
        </p:nvGrpSpPr>
        <p:grpSpPr>
          <a:xfrm>
            <a:off x="6871890" y="501597"/>
            <a:ext cx="139297" cy="110523"/>
            <a:chOff x="2601950" y="1974675"/>
            <a:chExt cx="2474200" cy="1963100"/>
          </a:xfrm>
        </p:grpSpPr>
        <p:sp>
          <p:nvSpPr>
            <p:cNvPr id="89" name="Google Shape;89;p15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96" name="Google Shape;96;p15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97" name="Google Shape;97;p15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04" name="Google Shape;104;p15"/>
          <p:cNvGrpSpPr/>
          <p:nvPr/>
        </p:nvGrpSpPr>
        <p:grpSpPr>
          <a:xfrm>
            <a:off x="4265152" y="4275922"/>
            <a:ext cx="139297" cy="110523"/>
            <a:chOff x="2601950" y="1974675"/>
            <a:chExt cx="2474200" cy="1963100"/>
          </a:xfrm>
        </p:grpSpPr>
        <p:sp>
          <p:nvSpPr>
            <p:cNvPr id="105" name="Google Shape;105;p15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orient="horz" pos="2772">
          <p15:clr>
            <a:srgbClr val="E46962"/>
          </p15:clr>
        </p15:guide>
        <p15:guide id="4" pos="5292">
          <p15:clr>
            <a:srgbClr val="E46962"/>
          </p15:clr>
        </p15:guide>
        <p15:guide id="5" pos="468">
          <p15:clr>
            <a:srgbClr val="E46962"/>
          </p15:clr>
        </p15:guide>
        <p15:guide id="6" pos="5601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3081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6"/>
          <p:cNvGrpSpPr/>
          <p:nvPr/>
        </p:nvGrpSpPr>
        <p:grpSpPr>
          <a:xfrm>
            <a:off x="0" y="0"/>
            <a:ext cx="9144000" cy="2859050"/>
            <a:chOff x="0" y="0"/>
            <a:chExt cx="9144000" cy="2859050"/>
          </a:xfrm>
        </p:grpSpPr>
        <p:grpSp>
          <p:nvGrpSpPr>
            <p:cNvPr id="114" name="Google Shape;114;p16"/>
            <p:cNvGrpSpPr/>
            <p:nvPr/>
          </p:nvGrpSpPr>
          <p:grpSpPr>
            <a:xfrm>
              <a:off x="2700100" y="175"/>
              <a:ext cx="6443900" cy="2858875"/>
              <a:chOff x="2700100" y="175"/>
              <a:chExt cx="6443900" cy="2858875"/>
            </a:xfrm>
          </p:grpSpPr>
          <p:sp>
            <p:nvSpPr>
              <p:cNvPr id="115" name="Google Shape;115;p16"/>
              <p:cNvSpPr/>
              <p:nvPr/>
            </p:nvSpPr>
            <p:spPr>
              <a:xfrm>
                <a:off x="2700100" y="1225675"/>
                <a:ext cx="783600" cy="90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116" name="Google Shape;116;p16"/>
              <p:cNvSpPr/>
              <p:nvPr/>
            </p:nvSpPr>
            <p:spPr>
              <a:xfrm>
                <a:off x="3463000" y="1250450"/>
                <a:ext cx="1434000" cy="1608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117" name="Google Shape;117;p16"/>
              <p:cNvSpPr/>
              <p:nvPr/>
            </p:nvSpPr>
            <p:spPr>
              <a:xfrm>
                <a:off x="4636475" y="175"/>
                <a:ext cx="16593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118" name="Google Shape;118;p16"/>
              <p:cNvSpPr/>
              <p:nvPr/>
            </p:nvSpPr>
            <p:spPr>
              <a:xfrm>
                <a:off x="6295800" y="1399075"/>
                <a:ext cx="7836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119" name="Google Shape;119;p16"/>
              <p:cNvSpPr/>
              <p:nvPr/>
            </p:nvSpPr>
            <p:spPr>
              <a:xfrm>
                <a:off x="7745100" y="175"/>
                <a:ext cx="13989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120" name="Google Shape;120;p16"/>
              <p:cNvSpPr/>
              <p:nvPr/>
            </p:nvSpPr>
            <p:spPr>
              <a:xfrm>
                <a:off x="6961500" y="175"/>
                <a:ext cx="8661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  <p:grpSp>
          <p:nvGrpSpPr>
            <p:cNvPr id="121" name="Google Shape;121;p16"/>
            <p:cNvGrpSpPr/>
            <p:nvPr/>
          </p:nvGrpSpPr>
          <p:grpSpPr>
            <a:xfrm>
              <a:off x="0" y="0"/>
              <a:ext cx="4896900" cy="2797700"/>
              <a:chOff x="0" y="0"/>
              <a:chExt cx="4896900" cy="2797700"/>
            </a:xfrm>
          </p:grpSpPr>
          <p:sp>
            <p:nvSpPr>
              <p:cNvPr id="122" name="Google Shape;122;p16"/>
              <p:cNvSpPr/>
              <p:nvPr/>
            </p:nvSpPr>
            <p:spPr>
              <a:xfrm>
                <a:off x="0" y="1398800"/>
                <a:ext cx="13989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123" name="Google Shape;123;p16"/>
              <p:cNvSpPr/>
              <p:nvPr/>
            </p:nvSpPr>
            <p:spPr>
              <a:xfrm>
                <a:off x="1398900" y="0"/>
                <a:ext cx="34980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</p:grpSp>
      <p:sp>
        <p:nvSpPr>
          <p:cNvPr id="124" name="Google Shape;124;p16"/>
          <p:cNvSpPr txBox="1"/>
          <p:nvPr>
            <p:ph idx="1" type="subTitle"/>
          </p:nvPr>
        </p:nvSpPr>
        <p:spPr>
          <a:xfrm>
            <a:off x="1821150" y="252600"/>
            <a:ext cx="2653500" cy="9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type="title"/>
          </p:nvPr>
        </p:nvSpPr>
        <p:spPr>
          <a:xfrm>
            <a:off x="252600" y="4124825"/>
            <a:ext cx="8638800" cy="90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Font typeface="Space Grotesk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2772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">
  <p:cSld name="BLANK_1_1_1_1_1_1_1_1_1_1_1_1_1_1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28" name="Google Shape;128;p17"/>
          <p:cNvGrpSpPr/>
          <p:nvPr/>
        </p:nvGrpSpPr>
        <p:grpSpPr>
          <a:xfrm>
            <a:off x="4153925" y="0"/>
            <a:ext cx="4990175" cy="5143425"/>
            <a:chOff x="4153925" y="0"/>
            <a:chExt cx="4990175" cy="5143425"/>
          </a:xfrm>
        </p:grpSpPr>
        <p:sp>
          <p:nvSpPr>
            <p:cNvPr id="129" name="Google Shape;129;p17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6289300" y="2420925"/>
              <a:ext cx="2854800" cy="27225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4153925" y="0"/>
              <a:ext cx="1570200" cy="67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4722625" y="0"/>
              <a:ext cx="4421400" cy="2105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33" name="Google Shape;133;p17"/>
          <p:cNvSpPr txBox="1"/>
          <p:nvPr>
            <p:ph type="title"/>
          </p:nvPr>
        </p:nvSpPr>
        <p:spPr>
          <a:xfrm>
            <a:off x="252600" y="270725"/>
            <a:ext cx="4216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134" name="Google Shape;134;p17"/>
          <p:cNvSpPr txBox="1"/>
          <p:nvPr>
            <p:ph idx="1" type="body"/>
          </p:nvPr>
        </p:nvSpPr>
        <p:spPr>
          <a:xfrm>
            <a:off x="252600" y="1973625"/>
            <a:ext cx="3128700" cy="291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35" name="Google Shape;135;p17"/>
          <p:cNvSpPr/>
          <p:nvPr>
            <p:ph idx="2" type="pic"/>
          </p:nvPr>
        </p:nvSpPr>
        <p:spPr>
          <a:xfrm>
            <a:off x="4468800" y="908675"/>
            <a:ext cx="3936300" cy="3116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7"/>
          <p:cNvSpPr/>
          <p:nvPr>
            <p:ph idx="3" type="pic"/>
          </p:nvPr>
        </p:nvSpPr>
        <p:spPr>
          <a:xfrm>
            <a:off x="4153925" y="1728449"/>
            <a:ext cx="3586800" cy="2672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261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accent2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6462300" y="2136900"/>
            <a:ext cx="2681700" cy="11472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6094200" y="0"/>
            <a:ext cx="3049800" cy="6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5759200" y="313425"/>
            <a:ext cx="3049800" cy="3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141" name="Google Shape;141;p18"/>
          <p:cNvSpPr/>
          <p:nvPr/>
        </p:nvSpPr>
        <p:spPr>
          <a:xfrm rot="-5400000">
            <a:off x="5529300" y="2510100"/>
            <a:ext cx="468000" cy="40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43" name="Google Shape;143;p18"/>
          <p:cNvGrpSpPr/>
          <p:nvPr/>
        </p:nvGrpSpPr>
        <p:grpSpPr>
          <a:xfrm>
            <a:off x="3632100" y="0"/>
            <a:ext cx="5511900" cy="5143525"/>
            <a:chOff x="3632100" y="0"/>
            <a:chExt cx="5511900" cy="5143525"/>
          </a:xfrm>
        </p:grpSpPr>
        <p:sp>
          <p:nvSpPr>
            <p:cNvPr id="144" name="Google Shape;144;p18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6462300" y="3103775"/>
              <a:ext cx="2681700" cy="20397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4153925" y="1416600"/>
              <a:ext cx="1570200" cy="676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4196325" y="4236925"/>
              <a:ext cx="2376000" cy="90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3632100" y="0"/>
              <a:ext cx="5511900" cy="1473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160431" y="168104"/>
            <a:ext cx="2653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body"/>
          </p:nvPr>
        </p:nvSpPr>
        <p:spPr>
          <a:xfrm>
            <a:off x="252600" y="3797350"/>
            <a:ext cx="3049800" cy="109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title"/>
          </p:nvPr>
        </p:nvSpPr>
        <p:spPr>
          <a:xfrm>
            <a:off x="252600" y="2841100"/>
            <a:ext cx="4288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>
                <a:highlight>
                  <a:schemeClr val="l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52" name="Google Shape;152;p18"/>
          <p:cNvSpPr/>
          <p:nvPr>
            <p:ph idx="3" type="pic"/>
          </p:nvPr>
        </p:nvSpPr>
        <p:spPr>
          <a:xfrm>
            <a:off x="4634854" y="627935"/>
            <a:ext cx="3444300" cy="327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">
  <p:cSld name="ONE_COLUMN_TEXT_1">
    <p:bg>
      <p:bgPr>
        <a:solidFill>
          <a:schemeClr val="accent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9"/>
          <p:cNvGrpSpPr/>
          <p:nvPr/>
        </p:nvGrpSpPr>
        <p:grpSpPr>
          <a:xfrm>
            <a:off x="2230528" y="1108408"/>
            <a:ext cx="4915231" cy="2940670"/>
            <a:chOff x="2230528" y="1108408"/>
            <a:chExt cx="4915231" cy="2940670"/>
          </a:xfrm>
        </p:grpSpPr>
        <p:sp>
          <p:nvSpPr>
            <p:cNvPr id="155" name="Google Shape;155;p19"/>
            <p:cNvSpPr/>
            <p:nvPr/>
          </p:nvSpPr>
          <p:spPr>
            <a:xfrm>
              <a:off x="3583559" y="223737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3169759" y="1865553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2715512" y="1415749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2230528" y="110840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59" name="Google Shape;159;p19"/>
          <p:cNvSpPr txBox="1"/>
          <p:nvPr>
            <p:ph type="title"/>
          </p:nvPr>
        </p:nvSpPr>
        <p:spPr>
          <a:xfrm>
            <a:off x="2420613" y="1299977"/>
            <a:ext cx="42624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9pPr>
          </a:lstStyle>
          <a:p/>
        </p:txBody>
      </p:sp>
      <p:sp>
        <p:nvSpPr>
          <p:cNvPr id="160" name="Google Shape;160;p19"/>
          <p:cNvSpPr txBox="1"/>
          <p:nvPr>
            <p:ph idx="1" type="body"/>
          </p:nvPr>
        </p:nvSpPr>
        <p:spPr>
          <a:xfrm>
            <a:off x="419237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2" type="body"/>
          </p:nvPr>
        </p:nvSpPr>
        <p:spPr>
          <a:xfrm>
            <a:off x="571245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3" type="body"/>
          </p:nvPr>
        </p:nvSpPr>
        <p:spPr>
          <a:xfrm>
            <a:off x="2230525" y="2436625"/>
            <a:ext cx="1878300" cy="20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">
    <p:bg>
      <p:bgPr>
        <a:solidFill>
          <a:schemeClr val="accent2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/>
          <p:nvPr>
            <p:ph idx="2" type="pic"/>
          </p:nvPr>
        </p:nvSpPr>
        <p:spPr>
          <a:xfrm>
            <a:off x="743700" y="1693750"/>
            <a:ext cx="3974100" cy="2702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65" name="Google Shape;165;p20"/>
          <p:cNvGrpSpPr/>
          <p:nvPr/>
        </p:nvGrpSpPr>
        <p:grpSpPr>
          <a:xfrm>
            <a:off x="743700" y="742300"/>
            <a:ext cx="7047725" cy="3657400"/>
            <a:chOff x="743700" y="742300"/>
            <a:chExt cx="7047725" cy="3657400"/>
          </a:xfrm>
        </p:grpSpPr>
        <p:sp>
          <p:nvSpPr>
            <p:cNvPr id="166" name="Google Shape;166;p20"/>
            <p:cNvSpPr/>
            <p:nvPr/>
          </p:nvSpPr>
          <p:spPr>
            <a:xfrm>
              <a:off x="4626725" y="1693750"/>
              <a:ext cx="3164700" cy="17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67" name="Google Shape;167;p20"/>
            <p:cNvSpPr/>
            <p:nvPr/>
          </p:nvSpPr>
          <p:spPr>
            <a:xfrm>
              <a:off x="4718150" y="3341000"/>
              <a:ext cx="1465200" cy="105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743700" y="742300"/>
              <a:ext cx="4529700" cy="1839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69" name="Google Shape;169;p20"/>
            <p:cNvSpPr/>
            <p:nvPr/>
          </p:nvSpPr>
          <p:spPr>
            <a:xfrm>
              <a:off x="1359836" y="2451775"/>
              <a:ext cx="4164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70" name="Google Shape;170;p20"/>
            <p:cNvSpPr/>
            <p:nvPr/>
          </p:nvSpPr>
          <p:spPr>
            <a:xfrm>
              <a:off x="744050" y="3236575"/>
              <a:ext cx="7419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71" name="Google Shape;171;p20"/>
            <p:cNvSpPr/>
            <p:nvPr/>
          </p:nvSpPr>
          <p:spPr>
            <a:xfrm>
              <a:off x="1495975" y="2368625"/>
              <a:ext cx="765000" cy="86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3976375" y="2351575"/>
              <a:ext cx="741900" cy="49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73" name="Google Shape;173;p20"/>
          <p:cNvSpPr/>
          <p:nvPr/>
        </p:nvSpPr>
        <p:spPr>
          <a:xfrm>
            <a:off x="4718150" y="2839125"/>
            <a:ext cx="14652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6183250" y="3341000"/>
            <a:ext cx="1245300" cy="10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5" name="Google Shape;175;p20"/>
          <p:cNvSpPr txBox="1"/>
          <p:nvPr>
            <p:ph type="title"/>
          </p:nvPr>
        </p:nvSpPr>
        <p:spPr>
          <a:xfrm>
            <a:off x="1032350" y="737025"/>
            <a:ext cx="36513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76" name="Google Shape;176;p20"/>
          <p:cNvSpPr txBox="1"/>
          <p:nvPr>
            <p:ph idx="3" type="title"/>
          </p:nvPr>
        </p:nvSpPr>
        <p:spPr>
          <a:xfrm>
            <a:off x="6183250" y="3136100"/>
            <a:ext cx="2217000" cy="20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77" name="Google Shape;177;p20"/>
          <p:cNvSpPr txBox="1"/>
          <p:nvPr>
            <p:ph idx="4" type="title"/>
          </p:nvPr>
        </p:nvSpPr>
        <p:spPr>
          <a:xfrm>
            <a:off x="4713425" y="1725175"/>
            <a:ext cx="2991300" cy="12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78" name="Google Shape;178;p20"/>
          <p:cNvSpPr txBox="1"/>
          <p:nvPr>
            <p:ph idx="5" type="title"/>
          </p:nvPr>
        </p:nvSpPr>
        <p:spPr>
          <a:xfrm>
            <a:off x="5340025" y="733275"/>
            <a:ext cx="32874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79" name="Google Shape;179;p20"/>
          <p:cNvSpPr/>
          <p:nvPr>
            <p:ph idx="6" type="pic"/>
          </p:nvPr>
        </p:nvSpPr>
        <p:spPr>
          <a:xfrm>
            <a:off x="6183250" y="3344750"/>
            <a:ext cx="2217000" cy="10512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0"/>
          <p:cNvSpPr txBox="1"/>
          <p:nvPr>
            <p:ph idx="7" type="title"/>
          </p:nvPr>
        </p:nvSpPr>
        <p:spPr>
          <a:xfrm>
            <a:off x="4804625" y="2962500"/>
            <a:ext cx="1317600" cy="16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- Alt 1">
  <p:cSld name="CUSTOM_1">
    <p:bg>
      <p:bgPr>
        <a:solidFill>
          <a:schemeClr val="accent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/>
          <p:nvPr/>
        </p:nvSpPr>
        <p:spPr>
          <a:xfrm>
            <a:off x="743700" y="2071975"/>
            <a:ext cx="357300" cy="51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83" name="Google Shape;183;p21"/>
          <p:cNvSpPr/>
          <p:nvPr>
            <p:ph idx="2" type="pic"/>
          </p:nvPr>
        </p:nvSpPr>
        <p:spPr>
          <a:xfrm>
            <a:off x="978875" y="2071975"/>
            <a:ext cx="3761700" cy="26802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1"/>
          <p:cNvSpPr/>
          <p:nvPr/>
        </p:nvSpPr>
        <p:spPr>
          <a:xfrm>
            <a:off x="743700" y="743700"/>
            <a:ext cx="4529700" cy="135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1285575" y="2039600"/>
            <a:ext cx="385200" cy="8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742950" y="3098550"/>
            <a:ext cx="1359900" cy="49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4718150" y="3884200"/>
            <a:ext cx="765000" cy="86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3800525" y="2039600"/>
            <a:ext cx="1004100" cy="70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4718150" y="378500"/>
            <a:ext cx="3552000" cy="402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0" name="Google Shape;190;p21"/>
          <p:cNvSpPr txBox="1"/>
          <p:nvPr>
            <p:ph type="title"/>
          </p:nvPr>
        </p:nvSpPr>
        <p:spPr>
          <a:xfrm>
            <a:off x="4946700" y="623600"/>
            <a:ext cx="3093300" cy="16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91" name="Google Shape;191;p21"/>
          <p:cNvSpPr/>
          <p:nvPr>
            <p:ph idx="3" type="pic"/>
          </p:nvPr>
        </p:nvSpPr>
        <p:spPr>
          <a:xfrm>
            <a:off x="742950" y="3591150"/>
            <a:ext cx="1359900" cy="9708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21"/>
          <p:cNvSpPr txBox="1"/>
          <p:nvPr>
            <p:ph idx="4" type="title"/>
          </p:nvPr>
        </p:nvSpPr>
        <p:spPr>
          <a:xfrm>
            <a:off x="883025" y="797467"/>
            <a:ext cx="39216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93" name="Google Shape;193;p21"/>
          <p:cNvSpPr/>
          <p:nvPr/>
        </p:nvSpPr>
        <p:spPr>
          <a:xfrm>
            <a:off x="956075" y="1848025"/>
            <a:ext cx="357300" cy="59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94" name="Google Shape;194;p21"/>
          <p:cNvSpPr txBox="1"/>
          <p:nvPr>
            <p:ph idx="5" type="title"/>
          </p:nvPr>
        </p:nvSpPr>
        <p:spPr>
          <a:xfrm>
            <a:off x="883025" y="1805225"/>
            <a:ext cx="30933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95" name="Google Shape;195;p21"/>
          <p:cNvSpPr txBox="1"/>
          <p:nvPr>
            <p:ph idx="6" type="title"/>
          </p:nvPr>
        </p:nvSpPr>
        <p:spPr>
          <a:xfrm>
            <a:off x="812500" y="3259700"/>
            <a:ext cx="1463700" cy="4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+ image">
  <p:cSld name="BLANK_1_1_1_1_1_1_1_1_1_1_1_1_1_1_2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37216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2" type="pic"/>
          </p:nvPr>
        </p:nvSpPr>
        <p:spPr>
          <a:xfrm>
            <a:off x="0" y="0"/>
            <a:ext cx="2546700" cy="3583200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22"/>
          <p:cNvSpPr/>
          <p:nvPr>
            <p:ph idx="3" type="pic"/>
          </p:nvPr>
        </p:nvSpPr>
        <p:spPr>
          <a:xfrm>
            <a:off x="280475" y="474638"/>
            <a:ext cx="2940900" cy="46689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/>
          <p:nvPr/>
        </p:nvSpPr>
        <p:spPr>
          <a:xfrm>
            <a:off x="3596536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1" name="Google Shape;201;p22"/>
          <p:cNvSpPr txBox="1"/>
          <p:nvPr>
            <p:ph idx="4" type="body"/>
          </p:nvPr>
        </p:nvSpPr>
        <p:spPr>
          <a:xfrm>
            <a:off x="55115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202" name="Google Shape;202;p22"/>
          <p:cNvSpPr txBox="1"/>
          <p:nvPr>
            <p:ph idx="5" type="body"/>
          </p:nvPr>
        </p:nvSpPr>
        <p:spPr>
          <a:xfrm>
            <a:off x="7293076" y="3126450"/>
            <a:ext cx="14610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203" name="Google Shape;203;p22"/>
          <p:cNvSpPr txBox="1"/>
          <p:nvPr>
            <p:ph type="title"/>
          </p:nvPr>
        </p:nvSpPr>
        <p:spPr>
          <a:xfrm>
            <a:off x="3598725" y="1485838"/>
            <a:ext cx="48015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04" name="Google Shape;204;p22"/>
          <p:cNvSpPr txBox="1"/>
          <p:nvPr>
            <p:ph idx="6" type="subTitle"/>
          </p:nvPr>
        </p:nvSpPr>
        <p:spPr>
          <a:xfrm>
            <a:off x="37216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7" type="subTitle"/>
          </p:nvPr>
        </p:nvSpPr>
        <p:spPr>
          <a:xfrm>
            <a:off x="55115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6" name="Google Shape;206;p22"/>
          <p:cNvSpPr txBox="1"/>
          <p:nvPr>
            <p:ph idx="8" type="subTitle"/>
          </p:nvPr>
        </p:nvSpPr>
        <p:spPr>
          <a:xfrm>
            <a:off x="7293076" y="2713624"/>
            <a:ext cx="15984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7" name="Google Shape;207;p22"/>
          <p:cNvSpPr txBox="1"/>
          <p:nvPr>
            <p:ph idx="9" type="title"/>
          </p:nvPr>
        </p:nvSpPr>
        <p:spPr>
          <a:xfrm>
            <a:off x="3596525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4430888" y="323039"/>
            <a:ext cx="149937" cy="118964"/>
            <a:chOff x="2601950" y="1974675"/>
            <a:chExt cx="2474200" cy="1963100"/>
          </a:xfrm>
        </p:grpSpPr>
        <p:sp>
          <p:nvSpPr>
            <p:cNvPr id="209" name="Google Shape;209;p2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2" name="Google Shape;212;p2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3" name="Google Shape;213;p2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4" name="Google Shape;214;p2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5" name="Google Shape;215;p2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16" name="Google Shape;216;p22"/>
          <p:cNvGrpSpPr/>
          <p:nvPr/>
        </p:nvGrpSpPr>
        <p:grpSpPr>
          <a:xfrm>
            <a:off x="3680513" y="323039"/>
            <a:ext cx="149937" cy="118964"/>
            <a:chOff x="2601950" y="1974675"/>
            <a:chExt cx="2474200" cy="1963100"/>
          </a:xfrm>
        </p:grpSpPr>
        <p:sp>
          <p:nvSpPr>
            <p:cNvPr id="217" name="Google Shape;217;p2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8" name="Google Shape;218;p2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9" name="Google Shape;219;p2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0" name="Google Shape;220;p2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2" name="Google Shape;222;p2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3" name="Google Shape;223;p2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24" name="Google Shape;224;p22"/>
          <p:cNvGrpSpPr/>
          <p:nvPr/>
        </p:nvGrpSpPr>
        <p:grpSpPr>
          <a:xfrm>
            <a:off x="4062602" y="323039"/>
            <a:ext cx="149940" cy="118971"/>
            <a:chOff x="4062602" y="323039"/>
            <a:chExt cx="149940" cy="118971"/>
          </a:xfrm>
        </p:grpSpPr>
        <p:sp>
          <p:nvSpPr>
            <p:cNvPr id="225" name="Google Shape;225;p22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6" name="Google Shape;226;p22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7" name="Google Shape;227;p22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2">
    <p:bg>
      <p:bgPr>
        <a:solidFill>
          <a:schemeClr val="accent4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/>
          <p:nvPr>
            <p:ph type="title"/>
          </p:nvPr>
        </p:nvSpPr>
        <p:spPr>
          <a:xfrm>
            <a:off x="245425" y="1563575"/>
            <a:ext cx="31554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30" name="Google Shape;230;p23"/>
          <p:cNvSpPr txBox="1"/>
          <p:nvPr>
            <p:ph idx="1" type="subTitle"/>
          </p:nvPr>
        </p:nvSpPr>
        <p:spPr>
          <a:xfrm>
            <a:off x="364813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1" name="Google Shape;231;p23"/>
          <p:cNvSpPr txBox="1"/>
          <p:nvPr>
            <p:ph idx="2" type="subTitle"/>
          </p:nvPr>
        </p:nvSpPr>
        <p:spPr>
          <a:xfrm>
            <a:off x="3320475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2" name="Google Shape;232;p23"/>
          <p:cNvSpPr txBox="1"/>
          <p:nvPr>
            <p:ph idx="3" type="subTitle"/>
          </p:nvPr>
        </p:nvSpPr>
        <p:spPr>
          <a:xfrm>
            <a:off x="6273125" y="2715820"/>
            <a:ext cx="15483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3" name="Google Shape;233;p23"/>
          <p:cNvSpPr/>
          <p:nvPr/>
        </p:nvSpPr>
        <p:spPr>
          <a:xfrm>
            <a:off x="252611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4" name="Google Shape;234;p23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235" name="Google Shape;235;p23"/>
          <p:cNvGrpSpPr/>
          <p:nvPr/>
        </p:nvGrpSpPr>
        <p:grpSpPr>
          <a:xfrm>
            <a:off x="1093863" y="323039"/>
            <a:ext cx="149937" cy="118964"/>
            <a:chOff x="2601950" y="1974675"/>
            <a:chExt cx="2474200" cy="1963100"/>
          </a:xfrm>
        </p:grpSpPr>
        <p:sp>
          <p:nvSpPr>
            <p:cNvPr id="236" name="Google Shape;236;p23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37" name="Google Shape;237;p23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38" name="Google Shape;238;p23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39" name="Google Shape;239;p23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0" name="Google Shape;240;p23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1" name="Google Shape;241;p23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2" name="Google Shape;242;p23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43" name="Google Shape;243;p23"/>
          <p:cNvGrpSpPr/>
          <p:nvPr/>
        </p:nvGrpSpPr>
        <p:grpSpPr>
          <a:xfrm>
            <a:off x="343488" y="323039"/>
            <a:ext cx="149937" cy="118964"/>
            <a:chOff x="2601950" y="1974675"/>
            <a:chExt cx="2474200" cy="1963100"/>
          </a:xfrm>
        </p:grpSpPr>
        <p:sp>
          <p:nvSpPr>
            <p:cNvPr id="244" name="Google Shape;244;p23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5" name="Google Shape;245;p23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6" name="Google Shape;246;p23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7" name="Google Shape;247;p23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8" name="Google Shape;248;p23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49" name="Google Shape;249;p23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0" name="Google Shape;250;p23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51" name="Google Shape;251;p23"/>
          <p:cNvGrpSpPr/>
          <p:nvPr/>
        </p:nvGrpSpPr>
        <p:grpSpPr>
          <a:xfrm>
            <a:off x="725577" y="323039"/>
            <a:ext cx="149940" cy="118971"/>
            <a:chOff x="4062602" y="323039"/>
            <a:chExt cx="149940" cy="118971"/>
          </a:xfrm>
        </p:grpSpPr>
        <p:sp>
          <p:nvSpPr>
            <p:cNvPr id="252" name="Google Shape;252;p23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3" name="Google Shape;253;p23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54" name="Google Shape;254;p23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255" name="Google Shape;255;p23"/>
          <p:cNvSpPr txBox="1"/>
          <p:nvPr>
            <p:ph idx="5" type="body"/>
          </p:nvPr>
        </p:nvSpPr>
        <p:spPr>
          <a:xfrm>
            <a:off x="364813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256" name="Google Shape;256;p23"/>
          <p:cNvSpPr txBox="1"/>
          <p:nvPr>
            <p:ph idx="6" type="body"/>
          </p:nvPr>
        </p:nvSpPr>
        <p:spPr>
          <a:xfrm>
            <a:off x="3320475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257" name="Google Shape;257;p23"/>
          <p:cNvSpPr txBox="1"/>
          <p:nvPr>
            <p:ph idx="7" type="body"/>
          </p:nvPr>
        </p:nvSpPr>
        <p:spPr>
          <a:xfrm>
            <a:off x="6273125" y="3126453"/>
            <a:ext cx="24435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dk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4"/>
          <p:cNvSpPr txBox="1"/>
          <p:nvPr>
            <p:ph type="title"/>
          </p:nvPr>
        </p:nvSpPr>
        <p:spPr>
          <a:xfrm>
            <a:off x="221375" y="223900"/>
            <a:ext cx="66681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Space Grotesk"/>
              <a:buNone/>
              <a:defRPr sz="35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0" name="Google Shape;260;p24"/>
          <p:cNvSpPr txBox="1"/>
          <p:nvPr>
            <p:ph idx="1" type="body"/>
          </p:nvPr>
        </p:nvSpPr>
        <p:spPr>
          <a:xfrm>
            <a:off x="6197276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61" name="Google Shape;261;p24"/>
          <p:cNvSpPr txBox="1"/>
          <p:nvPr>
            <p:ph idx="2" type="subTitle"/>
          </p:nvPr>
        </p:nvSpPr>
        <p:spPr>
          <a:xfrm>
            <a:off x="3311200" y="1593874"/>
            <a:ext cx="20577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62" name="Google Shape;262;p24"/>
          <p:cNvSpPr txBox="1"/>
          <p:nvPr>
            <p:ph idx="3" type="subTitle"/>
          </p:nvPr>
        </p:nvSpPr>
        <p:spPr>
          <a:xfrm>
            <a:off x="6294303" y="1593874"/>
            <a:ext cx="20346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63" name="Google Shape;263;p24"/>
          <p:cNvSpPr txBox="1"/>
          <p:nvPr>
            <p:ph idx="4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64" name="Google Shape;264;p24"/>
          <p:cNvSpPr txBox="1"/>
          <p:nvPr>
            <p:ph idx="5" type="body"/>
          </p:nvPr>
        </p:nvSpPr>
        <p:spPr>
          <a:xfrm>
            <a:off x="3224231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65" name="Google Shape;265;p24"/>
          <p:cNvSpPr txBox="1"/>
          <p:nvPr>
            <p:ph idx="6" type="body"/>
          </p:nvPr>
        </p:nvSpPr>
        <p:spPr>
          <a:xfrm>
            <a:off x="252600" y="2370325"/>
            <a:ext cx="2187000" cy="6462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3238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323850" lvl="1" marL="914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323850" lvl="2" marL="1371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323850" lvl="3" marL="18288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323850" lvl="4" marL="22860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323850" lvl="5" marL="27432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323850" lvl="6" marL="3200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323850" lvl="7" marL="3657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323850" lvl="8" marL="4114800">
              <a:spcBef>
                <a:spcPts val="800"/>
              </a:spcBef>
              <a:spcAft>
                <a:spcPts val="80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66" name="Google Shape;266;p24"/>
          <p:cNvSpPr txBox="1"/>
          <p:nvPr>
            <p:ph idx="7" type="body"/>
          </p:nvPr>
        </p:nvSpPr>
        <p:spPr>
          <a:xfrm>
            <a:off x="252600" y="3039157"/>
            <a:ext cx="2118600" cy="8763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orient="horz" pos="159">
          <p15:clr>
            <a:srgbClr val="E46962"/>
          </p15:clr>
        </p15:guide>
        <p15:guide id="9" orient="horz" pos="59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ngo">
  <p:cSld name="BLANK_1_1_1_1_1_1_1_1_1_1_1_1_1_1_2_1_2">
    <p:bg>
      <p:bgPr>
        <a:solidFill>
          <a:schemeClr val="dk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5"/>
          <p:cNvSpPr txBox="1"/>
          <p:nvPr>
            <p:ph idx="1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69" name="Google Shape;269;p25"/>
          <p:cNvSpPr txBox="1"/>
          <p:nvPr>
            <p:ph idx="2" type="subTitle"/>
          </p:nvPr>
        </p:nvSpPr>
        <p:spPr>
          <a:xfrm>
            <a:off x="252600" y="2831039"/>
            <a:ext cx="2734200" cy="4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70" name="Google Shape;270;p25"/>
          <p:cNvSpPr txBox="1"/>
          <p:nvPr>
            <p:ph type="title"/>
          </p:nvPr>
        </p:nvSpPr>
        <p:spPr>
          <a:xfrm>
            <a:off x="7520025" y="9499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71" name="Google Shape;271;p25"/>
          <p:cNvSpPr txBox="1"/>
          <p:nvPr>
            <p:ph idx="3" type="title"/>
          </p:nvPr>
        </p:nvSpPr>
        <p:spPr>
          <a:xfrm>
            <a:off x="4390704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72" name="Google Shape;272;p25"/>
          <p:cNvSpPr txBox="1"/>
          <p:nvPr>
            <p:ph idx="4" type="title"/>
          </p:nvPr>
        </p:nvSpPr>
        <p:spPr>
          <a:xfrm>
            <a:off x="5919225" y="22642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73" name="Google Shape;273;p25"/>
          <p:cNvSpPr txBox="1"/>
          <p:nvPr>
            <p:ph idx="5" type="title"/>
          </p:nvPr>
        </p:nvSpPr>
        <p:spPr>
          <a:xfrm>
            <a:off x="7251700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74" name="Google Shape;274;p25"/>
          <p:cNvSpPr txBox="1"/>
          <p:nvPr>
            <p:ph idx="6" type="title"/>
          </p:nvPr>
        </p:nvSpPr>
        <p:spPr>
          <a:xfrm>
            <a:off x="4390704" y="390672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5" name="Google Shape;275;p25"/>
          <p:cNvSpPr txBox="1"/>
          <p:nvPr>
            <p:ph idx="7" type="title"/>
          </p:nvPr>
        </p:nvSpPr>
        <p:spPr>
          <a:xfrm>
            <a:off x="5919225" y="376860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76" name="Google Shape;276;p25"/>
          <p:cNvSpPr txBox="1"/>
          <p:nvPr>
            <p:ph idx="8" type="title"/>
          </p:nvPr>
        </p:nvSpPr>
        <p:spPr>
          <a:xfrm>
            <a:off x="7520025" y="36411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77" name="Google Shape;277;p25"/>
          <p:cNvSpPr txBox="1"/>
          <p:nvPr>
            <p:ph idx="9" type="title"/>
          </p:nvPr>
        </p:nvSpPr>
        <p:spPr>
          <a:xfrm>
            <a:off x="4390704" y="8980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78" name="Google Shape;278;p25"/>
          <p:cNvSpPr txBox="1"/>
          <p:nvPr>
            <p:ph idx="13" type="title"/>
          </p:nvPr>
        </p:nvSpPr>
        <p:spPr>
          <a:xfrm>
            <a:off x="5992500" y="9774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9" name="Google Shape;279;p25"/>
          <p:cNvSpPr txBox="1"/>
          <p:nvPr>
            <p:ph idx="14" type="title"/>
          </p:nvPr>
        </p:nvSpPr>
        <p:spPr>
          <a:xfrm>
            <a:off x="257707" y="3448488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0" name="Google Shape;280;p25"/>
          <p:cNvSpPr txBox="1"/>
          <p:nvPr>
            <p:ph idx="15" type="title"/>
          </p:nvPr>
        </p:nvSpPr>
        <p:spPr>
          <a:xfrm>
            <a:off x="257707" y="3961275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1" name="Google Shape;281;p25"/>
          <p:cNvSpPr txBox="1"/>
          <p:nvPr>
            <p:ph idx="16" type="title"/>
          </p:nvPr>
        </p:nvSpPr>
        <p:spPr>
          <a:xfrm>
            <a:off x="1311836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2" name="Google Shape;282;p25"/>
          <p:cNvSpPr txBox="1"/>
          <p:nvPr>
            <p:ph idx="17" type="title"/>
          </p:nvPr>
        </p:nvSpPr>
        <p:spPr>
          <a:xfrm>
            <a:off x="2365953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3" name="Google Shape;283;p25"/>
          <p:cNvSpPr txBox="1"/>
          <p:nvPr>
            <p:ph idx="18" type="title"/>
          </p:nvPr>
        </p:nvSpPr>
        <p:spPr>
          <a:xfrm>
            <a:off x="257707" y="4474062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4" name="Google Shape;284;p25"/>
          <p:cNvSpPr txBox="1"/>
          <p:nvPr>
            <p:ph idx="19" type="title"/>
          </p:nvPr>
        </p:nvSpPr>
        <p:spPr>
          <a:xfrm>
            <a:off x="1311836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5" name="Google Shape;285;p25"/>
          <p:cNvSpPr txBox="1"/>
          <p:nvPr>
            <p:ph idx="20" type="title"/>
          </p:nvPr>
        </p:nvSpPr>
        <p:spPr>
          <a:xfrm>
            <a:off x="2365953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6" name="Google Shape;286;p25"/>
          <p:cNvSpPr txBox="1"/>
          <p:nvPr>
            <p:ph idx="21" type="title"/>
          </p:nvPr>
        </p:nvSpPr>
        <p:spPr>
          <a:xfrm>
            <a:off x="1313187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7" name="Google Shape;287;p25"/>
          <p:cNvSpPr txBox="1"/>
          <p:nvPr>
            <p:ph idx="22" type="title"/>
          </p:nvPr>
        </p:nvSpPr>
        <p:spPr>
          <a:xfrm>
            <a:off x="2365953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8" name="Google Shape;288;p25"/>
          <p:cNvSpPr txBox="1"/>
          <p:nvPr>
            <p:ph idx="23" type="title"/>
          </p:nvPr>
        </p:nvSpPr>
        <p:spPr>
          <a:xfrm>
            <a:off x="216300" y="226194"/>
            <a:ext cx="42162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Space Grotesk"/>
              <a:buNone/>
              <a:defRPr sz="35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p">
  <p:cSld name="BLANK_1_1_1_1_1_1_1_1_1_1_1_1_1_1_1_1_2">
    <p:bg>
      <p:bgPr>
        <a:solidFill>
          <a:schemeClr val="dk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"/>
          <p:cNvSpPr txBox="1"/>
          <p:nvPr>
            <p:ph type="title"/>
          </p:nvPr>
        </p:nvSpPr>
        <p:spPr>
          <a:xfrm>
            <a:off x="236975" y="4424350"/>
            <a:ext cx="4213800" cy="54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91" name="Google Shape;291;p26"/>
          <p:cNvSpPr txBox="1"/>
          <p:nvPr>
            <p:ph idx="1" type="subTitle"/>
          </p:nvPr>
        </p:nvSpPr>
        <p:spPr>
          <a:xfrm>
            <a:off x="6248450" y="4424346"/>
            <a:ext cx="2847300" cy="466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92" name="Google Shape;292;p26"/>
          <p:cNvSpPr txBox="1"/>
          <p:nvPr>
            <p:ph idx="2" type="subTitle"/>
          </p:nvPr>
        </p:nvSpPr>
        <p:spPr>
          <a:xfrm>
            <a:off x="241825" y="2738350"/>
            <a:ext cx="1869600" cy="16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293" name="Google Shape;293;p26"/>
          <p:cNvGrpSpPr/>
          <p:nvPr/>
        </p:nvGrpSpPr>
        <p:grpSpPr>
          <a:xfrm>
            <a:off x="925470" y="348801"/>
            <a:ext cx="7293054" cy="3993059"/>
            <a:chOff x="238125" y="713000"/>
            <a:chExt cx="7143750" cy="4289000"/>
          </a:xfrm>
        </p:grpSpPr>
        <p:sp>
          <p:nvSpPr>
            <p:cNvPr id="294" name="Google Shape;294;p26"/>
            <p:cNvSpPr/>
            <p:nvPr/>
          </p:nvSpPr>
          <p:spPr>
            <a:xfrm>
              <a:off x="1952625" y="3233400"/>
              <a:ext cx="950200" cy="1768600"/>
            </a:xfrm>
            <a:custGeom>
              <a:rect b="b" l="l" r="r" t="t"/>
              <a:pathLst>
                <a:path extrusionOk="0" h="70744" w="38008">
                  <a:moveTo>
                    <a:pt x="0" y="0"/>
                  </a:moveTo>
                  <a:lnTo>
                    <a:pt x="0" y="3607"/>
                  </a:lnTo>
                  <a:lnTo>
                    <a:pt x="3718" y="3607"/>
                  </a:lnTo>
                  <a:lnTo>
                    <a:pt x="3718" y="11153"/>
                  </a:lnTo>
                  <a:lnTo>
                    <a:pt x="0" y="11153"/>
                  </a:lnTo>
                  <a:lnTo>
                    <a:pt x="0" y="18533"/>
                  </a:lnTo>
                  <a:lnTo>
                    <a:pt x="3773" y="18533"/>
                  </a:lnTo>
                  <a:lnTo>
                    <a:pt x="3773" y="25968"/>
                  </a:lnTo>
                  <a:lnTo>
                    <a:pt x="7602" y="25968"/>
                  </a:lnTo>
                  <a:lnTo>
                    <a:pt x="7602" y="29741"/>
                  </a:lnTo>
                  <a:lnTo>
                    <a:pt x="11375" y="29741"/>
                  </a:lnTo>
                  <a:lnTo>
                    <a:pt x="11375" y="33513"/>
                  </a:lnTo>
                  <a:lnTo>
                    <a:pt x="11375" y="37286"/>
                  </a:lnTo>
                  <a:lnTo>
                    <a:pt x="7602" y="37286"/>
                  </a:lnTo>
                  <a:lnTo>
                    <a:pt x="7602" y="70744"/>
                  </a:lnTo>
                  <a:lnTo>
                    <a:pt x="11375" y="70744"/>
                  </a:lnTo>
                  <a:lnTo>
                    <a:pt x="11375" y="63309"/>
                  </a:lnTo>
                  <a:lnTo>
                    <a:pt x="15203" y="63309"/>
                  </a:lnTo>
                  <a:lnTo>
                    <a:pt x="15203" y="52101"/>
                  </a:lnTo>
                  <a:lnTo>
                    <a:pt x="22805" y="52101"/>
                  </a:lnTo>
                  <a:lnTo>
                    <a:pt x="22805" y="44611"/>
                  </a:lnTo>
                  <a:lnTo>
                    <a:pt x="26578" y="44611"/>
                  </a:lnTo>
                  <a:lnTo>
                    <a:pt x="26578" y="33458"/>
                  </a:lnTo>
                  <a:lnTo>
                    <a:pt x="34235" y="33458"/>
                  </a:lnTo>
                  <a:lnTo>
                    <a:pt x="34235" y="22250"/>
                  </a:lnTo>
                  <a:lnTo>
                    <a:pt x="38008" y="22250"/>
                  </a:lnTo>
                  <a:lnTo>
                    <a:pt x="38008" y="14815"/>
                  </a:lnTo>
                  <a:lnTo>
                    <a:pt x="34235" y="14815"/>
                  </a:lnTo>
                  <a:lnTo>
                    <a:pt x="34235" y="11153"/>
                  </a:lnTo>
                  <a:lnTo>
                    <a:pt x="26578" y="11153"/>
                  </a:lnTo>
                  <a:lnTo>
                    <a:pt x="26578" y="7380"/>
                  </a:lnTo>
                  <a:lnTo>
                    <a:pt x="22749" y="7380"/>
                  </a:lnTo>
                  <a:lnTo>
                    <a:pt x="22749" y="3607"/>
                  </a:lnTo>
                  <a:lnTo>
                    <a:pt x="18976" y="3607"/>
                  </a:lnTo>
                  <a:lnTo>
                    <a:pt x="189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5" name="Google Shape;295;p26"/>
            <p:cNvSpPr/>
            <p:nvPr/>
          </p:nvSpPr>
          <p:spPr>
            <a:xfrm>
              <a:off x="5955875" y="3792400"/>
              <a:ext cx="756025" cy="835100"/>
            </a:xfrm>
            <a:custGeom>
              <a:rect b="b" l="l" r="r" t="t"/>
              <a:pathLst>
                <a:path extrusionOk="0" h="33404" w="30241">
                  <a:moveTo>
                    <a:pt x="11320" y="1"/>
                  </a:moveTo>
                  <a:lnTo>
                    <a:pt x="11320" y="3718"/>
                  </a:lnTo>
                  <a:lnTo>
                    <a:pt x="3719" y="3718"/>
                  </a:lnTo>
                  <a:lnTo>
                    <a:pt x="3719" y="7436"/>
                  </a:lnTo>
                  <a:lnTo>
                    <a:pt x="1" y="7436"/>
                  </a:lnTo>
                  <a:lnTo>
                    <a:pt x="1" y="25968"/>
                  </a:lnTo>
                  <a:lnTo>
                    <a:pt x="3663" y="25968"/>
                  </a:lnTo>
                  <a:lnTo>
                    <a:pt x="3663" y="22361"/>
                  </a:lnTo>
                  <a:lnTo>
                    <a:pt x="15149" y="22361"/>
                  </a:lnTo>
                  <a:lnTo>
                    <a:pt x="15149" y="26024"/>
                  </a:lnTo>
                  <a:lnTo>
                    <a:pt x="18922" y="26024"/>
                  </a:lnTo>
                  <a:lnTo>
                    <a:pt x="18922" y="29741"/>
                  </a:lnTo>
                  <a:lnTo>
                    <a:pt x="22750" y="29741"/>
                  </a:lnTo>
                  <a:lnTo>
                    <a:pt x="22750" y="33403"/>
                  </a:lnTo>
                  <a:lnTo>
                    <a:pt x="26579" y="33403"/>
                  </a:lnTo>
                  <a:lnTo>
                    <a:pt x="26579" y="22251"/>
                  </a:lnTo>
                  <a:lnTo>
                    <a:pt x="30241" y="22251"/>
                  </a:lnTo>
                  <a:lnTo>
                    <a:pt x="30241" y="11098"/>
                  </a:lnTo>
                  <a:lnTo>
                    <a:pt x="26523" y="11098"/>
                  </a:lnTo>
                  <a:lnTo>
                    <a:pt x="26523" y="7381"/>
                  </a:lnTo>
                  <a:lnTo>
                    <a:pt x="22695" y="7381"/>
                  </a:lnTo>
                  <a:lnTo>
                    <a:pt x="22695" y="1"/>
                  </a:lnTo>
                  <a:lnTo>
                    <a:pt x="18866" y="1"/>
                  </a:lnTo>
                  <a:lnTo>
                    <a:pt x="18866" y="3663"/>
                  </a:lnTo>
                  <a:lnTo>
                    <a:pt x="15093" y="3663"/>
                  </a:lnTo>
                  <a:lnTo>
                    <a:pt x="15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6" name="Google Shape;296;p26"/>
            <p:cNvSpPr/>
            <p:nvPr/>
          </p:nvSpPr>
          <p:spPr>
            <a:xfrm>
              <a:off x="5858775" y="3324950"/>
              <a:ext cx="283025" cy="277450"/>
            </a:xfrm>
            <a:custGeom>
              <a:rect b="b" l="l" r="r" t="t"/>
              <a:pathLst>
                <a:path extrusionOk="0" h="11098" w="11321">
                  <a:moveTo>
                    <a:pt x="3774" y="0"/>
                  </a:moveTo>
                  <a:lnTo>
                    <a:pt x="3774" y="3773"/>
                  </a:lnTo>
                  <a:lnTo>
                    <a:pt x="1" y="3773"/>
                  </a:lnTo>
                  <a:lnTo>
                    <a:pt x="1" y="11098"/>
                  </a:lnTo>
                  <a:lnTo>
                    <a:pt x="3774" y="11098"/>
                  </a:lnTo>
                  <a:lnTo>
                    <a:pt x="3774" y="7380"/>
                  </a:lnTo>
                  <a:lnTo>
                    <a:pt x="11320" y="7380"/>
                  </a:lnTo>
                  <a:lnTo>
                    <a:pt x="11320" y="3663"/>
                  </a:lnTo>
                  <a:lnTo>
                    <a:pt x="7492" y="3663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7" name="Google Shape;297;p26"/>
            <p:cNvSpPr/>
            <p:nvPr/>
          </p:nvSpPr>
          <p:spPr>
            <a:xfrm>
              <a:off x="1762575" y="2953200"/>
              <a:ext cx="187300" cy="274675"/>
            </a:xfrm>
            <a:custGeom>
              <a:rect b="b" l="l" r="r" t="t"/>
              <a:pathLst>
                <a:path extrusionOk="0" h="10987" w="7492">
                  <a:moveTo>
                    <a:pt x="0" y="0"/>
                  </a:moveTo>
                  <a:lnTo>
                    <a:pt x="0" y="7380"/>
                  </a:lnTo>
                  <a:lnTo>
                    <a:pt x="3774" y="7380"/>
                  </a:lnTo>
                  <a:lnTo>
                    <a:pt x="3774" y="10987"/>
                  </a:lnTo>
                  <a:lnTo>
                    <a:pt x="7491" y="10987"/>
                  </a:lnTo>
                  <a:lnTo>
                    <a:pt x="7491" y="3662"/>
                  </a:lnTo>
                  <a:lnTo>
                    <a:pt x="3718" y="366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8" name="Google Shape;298;p26"/>
            <p:cNvSpPr/>
            <p:nvPr/>
          </p:nvSpPr>
          <p:spPr>
            <a:xfrm>
              <a:off x="6716050" y="1832400"/>
              <a:ext cx="187275" cy="277450"/>
            </a:xfrm>
            <a:custGeom>
              <a:rect b="b" l="l" r="r" t="t"/>
              <a:pathLst>
                <a:path extrusionOk="0" h="11098" w="7491">
                  <a:moveTo>
                    <a:pt x="3773" y="0"/>
                  </a:moveTo>
                  <a:lnTo>
                    <a:pt x="3773" y="3773"/>
                  </a:lnTo>
                  <a:lnTo>
                    <a:pt x="0" y="3773"/>
                  </a:lnTo>
                  <a:lnTo>
                    <a:pt x="0" y="11098"/>
                  </a:lnTo>
                  <a:lnTo>
                    <a:pt x="3718" y="11098"/>
                  </a:lnTo>
                  <a:lnTo>
                    <a:pt x="3718" y="7380"/>
                  </a:lnTo>
                  <a:lnTo>
                    <a:pt x="7491" y="7380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9" name="Google Shape;299;p26"/>
            <p:cNvSpPr/>
            <p:nvPr/>
          </p:nvSpPr>
          <p:spPr>
            <a:xfrm>
              <a:off x="4524375" y="3886725"/>
              <a:ext cx="91575" cy="274700"/>
            </a:xfrm>
            <a:custGeom>
              <a:rect b="b" l="l" r="r" t="t"/>
              <a:pathLst>
                <a:path extrusionOk="0" h="10988" w="3663">
                  <a:moveTo>
                    <a:pt x="0" y="1"/>
                  </a:moveTo>
                  <a:lnTo>
                    <a:pt x="0" y="10987"/>
                  </a:lnTo>
                  <a:lnTo>
                    <a:pt x="3662" y="1098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0" name="Google Shape;300;p26"/>
            <p:cNvSpPr/>
            <p:nvPr/>
          </p:nvSpPr>
          <p:spPr>
            <a:xfrm>
              <a:off x="5477325" y="807300"/>
              <a:ext cx="187300" cy="181750"/>
            </a:xfrm>
            <a:custGeom>
              <a:rect b="b" l="l" r="r" t="t"/>
              <a:pathLst>
                <a:path extrusionOk="0" h="7270" w="7492">
                  <a:moveTo>
                    <a:pt x="1" y="1"/>
                  </a:moveTo>
                  <a:lnTo>
                    <a:pt x="1" y="7270"/>
                  </a:lnTo>
                  <a:lnTo>
                    <a:pt x="7491" y="7270"/>
                  </a:lnTo>
                  <a:lnTo>
                    <a:pt x="7491" y="3608"/>
                  </a:lnTo>
                  <a:lnTo>
                    <a:pt x="3718" y="3608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1" name="Google Shape;301;p26"/>
            <p:cNvSpPr/>
            <p:nvPr/>
          </p:nvSpPr>
          <p:spPr>
            <a:xfrm>
              <a:off x="1951225" y="2765925"/>
              <a:ext cx="94350" cy="183150"/>
            </a:xfrm>
            <a:custGeom>
              <a:rect b="b" l="l" r="r" t="t"/>
              <a:pathLst>
                <a:path extrusionOk="0" h="7326" w="3774">
                  <a:moveTo>
                    <a:pt x="1" y="1"/>
                  </a:moveTo>
                  <a:lnTo>
                    <a:pt x="1" y="7325"/>
                  </a:lnTo>
                  <a:lnTo>
                    <a:pt x="3774" y="7325"/>
                  </a:lnTo>
                  <a:lnTo>
                    <a:pt x="3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2" name="Google Shape;302;p26"/>
            <p:cNvSpPr/>
            <p:nvPr/>
          </p:nvSpPr>
          <p:spPr>
            <a:xfrm>
              <a:off x="3859925" y="900250"/>
              <a:ext cx="91575" cy="183125"/>
            </a:xfrm>
            <a:custGeom>
              <a:rect b="b" l="l" r="r" t="t"/>
              <a:pathLst>
                <a:path extrusionOk="0" h="7325" w="3663">
                  <a:moveTo>
                    <a:pt x="0" y="0"/>
                  </a:moveTo>
                  <a:lnTo>
                    <a:pt x="0" y="7325"/>
                  </a:lnTo>
                  <a:lnTo>
                    <a:pt x="3552" y="7325"/>
                  </a:lnTo>
                  <a:lnTo>
                    <a:pt x="3607" y="6770"/>
                  </a:lnTo>
                  <a:lnTo>
                    <a:pt x="3663" y="5826"/>
                  </a:lnTo>
                  <a:lnTo>
                    <a:pt x="3663" y="3496"/>
                  </a:lnTo>
                  <a:lnTo>
                    <a:pt x="3607" y="1221"/>
                  </a:lnTo>
                  <a:lnTo>
                    <a:pt x="3552" y="389"/>
                  </a:lnTo>
                  <a:lnTo>
                    <a:pt x="34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3" name="Google Shape;303;p26"/>
            <p:cNvSpPr/>
            <p:nvPr/>
          </p:nvSpPr>
          <p:spPr>
            <a:xfrm>
              <a:off x="7097500" y="4444350"/>
              <a:ext cx="92950" cy="183150"/>
            </a:xfrm>
            <a:custGeom>
              <a:rect b="b" l="l" r="r" t="t"/>
              <a:pathLst>
                <a:path extrusionOk="0" h="7326" w="3718">
                  <a:moveTo>
                    <a:pt x="1" y="1"/>
                  </a:moveTo>
                  <a:lnTo>
                    <a:pt x="1" y="7325"/>
                  </a:lnTo>
                  <a:lnTo>
                    <a:pt x="3718" y="7325"/>
                  </a:lnTo>
                  <a:lnTo>
                    <a:pt x="3718" y="5494"/>
                  </a:lnTo>
                  <a:lnTo>
                    <a:pt x="3718" y="3663"/>
                  </a:lnTo>
                  <a:lnTo>
                    <a:pt x="3718" y="183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4" name="Google Shape;304;p26"/>
            <p:cNvSpPr/>
            <p:nvPr/>
          </p:nvSpPr>
          <p:spPr>
            <a:xfrm>
              <a:off x="3477075" y="1832400"/>
              <a:ext cx="91575" cy="184525"/>
            </a:xfrm>
            <a:custGeom>
              <a:rect b="b" l="l" r="r" t="t"/>
              <a:pathLst>
                <a:path extrusionOk="0" h="7381" w="3663">
                  <a:moveTo>
                    <a:pt x="1" y="0"/>
                  </a:moveTo>
                  <a:lnTo>
                    <a:pt x="1" y="7380"/>
                  </a:lnTo>
                  <a:lnTo>
                    <a:pt x="3663" y="7380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5" name="Google Shape;305;p26"/>
            <p:cNvSpPr/>
            <p:nvPr/>
          </p:nvSpPr>
          <p:spPr>
            <a:xfrm>
              <a:off x="3191325" y="1553575"/>
              <a:ext cx="187300" cy="88825"/>
            </a:xfrm>
            <a:custGeom>
              <a:rect b="b" l="l" r="r" t="t"/>
              <a:pathLst>
                <a:path extrusionOk="0" h="3553" w="7492">
                  <a:moveTo>
                    <a:pt x="0" y="1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6" name="Google Shape;306;p26"/>
            <p:cNvSpPr/>
            <p:nvPr/>
          </p:nvSpPr>
          <p:spPr>
            <a:xfrm>
              <a:off x="6430275" y="3605150"/>
              <a:ext cx="187300" cy="90200"/>
            </a:xfrm>
            <a:custGeom>
              <a:rect b="b" l="l" r="r" t="t"/>
              <a:pathLst>
                <a:path extrusionOk="0" h="3608" w="7492">
                  <a:moveTo>
                    <a:pt x="1" y="0"/>
                  </a:moveTo>
                  <a:lnTo>
                    <a:pt x="1" y="3607"/>
                  </a:lnTo>
                  <a:lnTo>
                    <a:pt x="7492" y="3607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7" name="Google Shape;307;p26"/>
            <p:cNvSpPr/>
            <p:nvPr/>
          </p:nvSpPr>
          <p:spPr>
            <a:xfrm>
              <a:off x="6240250" y="3513600"/>
              <a:ext cx="187300" cy="88800"/>
            </a:xfrm>
            <a:custGeom>
              <a:rect b="b" l="l" r="r" t="t"/>
              <a:pathLst>
                <a:path extrusionOk="0" h="3552" w="7492">
                  <a:moveTo>
                    <a:pt x="0" y="0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8" name="Google Shape;308;p26"/>
            <p:cNvSpPr/>
            <p:nvPr/>
          </p:nvSpPr>
          <p:spPr>
            <a:xfrm>
              <a:off x="2142650" y="29532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9" name="Google Shape;309;p26"/>
            <p:cNvSpPr/>
            <p:nvPr/>
          </p:nvSpPr>
          <p:spPr>
            <a:xfrm>
              <a:off x="4048575" y="898875"/>
              <a:ext cx="92975" cy="90175"/>
            </a:xfrm>
            <a:custGeom>
              <a:rect b="b" l="l" r="r" t="t"/>
              <a:pathLst>
                <a:path extrusionOk="0" h="3607" w="3719">
                  <a:moveTo>
                    <a:pt x="1" y="0"/>
                  </a:moveTo>
                  <a:lnTo>
                    <a:pt x="1" y="3607"/>
                  </a:lnTo>
                  <a:lnTo>
                    <a:pt x="3718" y="3607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0" name="Google Shape;310;p26"/>
            <p:cNvSpPr/>
            <p:nvPr/>
          </p:nvSpPr>
          <p:spPr>
            <a:xfrm>
              <a:off x="5191575" y="32334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7001800" y="4631625"/>
              <a:ext cx="91575" cy="90175"/>
            </a:xfrm>
            <a:custGeom>
              <a:rect b="b" l="l" r="r" t="t"/>
              <a:pathLst>
                <a:path extrusionOk="0" h="3607" w="3663">
                  <a:moveTo>
                    <a:pt x="0" y="0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5573025" y="3419275"/>
              <a:ext cx="91600" cy="88800"/>
            </a:xfrm>
            <a:custGeom>
              <a:rect b="b" l="l" r="r" t="t"/>
              <a:pathLst>
                <a:path extrusionOk="0" h="3552" w="3664">
                  <a:moveTo>
                    <a:pt x="1" y="0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6240250" y="2580050"/>
              <a:ext cx="92975" cy="88825"/>
            </a:xfrm>
            <a:custGeom>
              <a:rect b="b" l="l" r="r" t="t"/>
              <a:pathLst>
                <a:path extrusionOk="0" h="3553" w="3719">
                  <a:moveTo>
                    <a:pt x="0" y="1"/>
                  </a:moveTo>
                  <a:lnTo>
                    <a:pt x="0" y="3552"/>
                  </a:lnTo>
                  <a:lnTo>
                    <a:pt x="3718" y="3552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4" name="Google Shape;314;p26"/>
            <p:cNvSpPr/>
            <p:nvPr/>
          </p:nvSpPr>
          <p:spPr>
            <a:xfrm>
              <a:off x="3381375" y="20182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5" name="Google Shape;315;p26"/>
            <p:cNvSpPr/>
            <p:nvPr/>
          </p:nvSpPr>
          <p:spPr>
            <a:xfrm>
              <a:off x="1191075" y="9931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8"/>
                  </a:lnTo>
                  <a:lnTo>
                    <a:pt x="3663" y="3608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6" name="Google Shape;316;p26"/>
            <p:cNvSpPr/>
            <p:nvPr/>
          </p:nvSpPr>
          <p:spPr>
            <a:xfrm>
              <a:off x="3572775" y="2019650"/>
              <a:ext cx="91600" cy="88825"/>
            </a:xfrm>
            <a:custGeom>
              <a:rect b="b" l="l" r="r" t="t"/>
              <a:pathLst>
                <a:path extrusionOk="0" h="3553" w="3664">
                  <a:moveTo>
                    <a:pt x="1" y="1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6908850" y="3976900"/>
              <a:ext cx="88800" cy="92950"/>
            </a:xfrm>
            <a:custGeom>
              <a:rect b="b" l="l" r="r" t="t"/>
              <a:pathLst>
                <a:path extrusionOk="0" h="3718" w="3552">
                  <a:moveTo>
                    <a:pt x="833" y="1"/>
                  </a:moveTo>
                  <a:lnTo>
                    <a:pt x="0" y="56"/>
                  </a:lnTo>
                  <a:lnTo>
                    <a:pt x="0" y="3718"/>
                  </a:lnTo>
                  <a:lnTo>
                    <a:pt x="3552" y="3718"/>
                  </a:lnTo>
                  <a:lnTo>
                    <a:pt x="3552" y="56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8" name="Google Shape;318;p26"/>
            <p:cNvSpPr/>
            <p:nvPr/>
          </p:nvSpPr>
          <p:spPr>
            <a:xfrm>
              <a:off x="4811500" y="108612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3" y="3607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9" name="Google Shape;319;p26"/>
            <p:cNvSpPr/>
            <p:nvPr/>
          </p:nvSpPr>
          <p:spPr>
            <a:xfrm>
              <a:off x="5668750" y="3512200"/>
              <a:ext cx="90200" cy="90200"/>
            </a:xfrm>
            <a:custGeom>
              <a:rect b="b" l="l" r="r" t="t"/>
              <a:pathLst>
                <a:path extrusionOk="0" h="3608" w="3608">
                  <a:moveTo>
                    <a:pt x="0" y="1"/>
                  </a:moveTo>
                  <a:lnTo>
                    <a:pt x="0" y="3608"/>
                  </a:lnTo>
                  <a:lnTo>
                    <a:pt x="3607" y="3608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0" name="Google Shape;320;p26"/>
            <p:cNvSpPr/>
            <p:nvPr/>
          </p:nvSpPr>
          <p:spPr>
            <a:xfrm>
              <a:off x="5761700" y="3605150"/>
              <a:ext cx="92950" cy="88800"/>
            </a:xfrm>
            <a:custGeom>
              <a:rect b="b" l="l" r="r" t="t"/>
              <a:pathLst>
                <a:path extrusionOk="0" h="3552" w="3718">
                  <a:moveTo>
                    <a:pt x="56" y="0"/>
                  </a:moveTo>
                  <a:lnTo>
                    <a:pt x="0" y="1776"/>
                  </a:lnTo>
                  <a:lnTo>
                    <a:pt x="56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1" name="Google Shape;321;p26"/>
            <p:cNvSpPr/>
            <p:nvPr/>
          </p:nvSpPr>
          <p:spPr>
            <a:xfrm>
              <a:off x="4717175" y="805925"/>
              <a:ext cx="90200" cy="91575"/>
            </a:xfrm>
            <a:custGeom>
              <a:rect b="b" l="l" r="r" t="t"/>
              <a:pathLst>
                <a:path extrusionOk="0" h="3663" w="3608">
                  <a:moveTo>
                    <a:pt x="0" y="1"/>
                  </a:moveTo>
                  <a:lnTo>
                    <a:pt x="0" y="3663"/>
                  </a:lnTo>
                  <a:lnTo>
                    <a:pt x="3607" y="3663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2" name="Google Shape;322;p26"/>
            <p:cNvSpPr/>
            <p:nvPr/>
          </p:nvSpPr>
          <p:spPr>
            <a:xfrm>
              <a:off x="4715775" y="1180450"/>
              <a:ext cx="90200" cy="88800"/>
            </a:xfrm>
            <a:custGeom>
              <a:rect b="b" l="l" r="r" t="t"/>
              <a:pathLst>
                <a:path extrusionOk="0" h="3552" w="3608">
                  <a:moveTo>
                    <a:pt x="1" y="0"/>
                  </a:moveTo>
                  <a:lnTo>
                    <a:pt x="1" y="3552"/>
                  </a:lnTo>
                  <a:lnTo>
                    <a:pt x="3608" y="3552"/>
                  </a:lnTo>
                  <a:lnTo>
                    <a:pt x="36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4618700" y="1273375"/>
              <a:ext cx="94350" cy="90200"/>
            </a:xfrm>
            <a:custGeom>
              <a:rect b="b" l="l" r="r" t="t"/>
              <a:pathLst>
                <a:path extrusionOk="0" h="3608" w="3774">
                  <a:moveTo>
                    <a:pt x="0" y="1"/>
                  </a:moveTo>
                  <a:lnTo>
                    <a:pt x="0" y="3608"/>
                  </a:lnTo>
                  <a:lnTo>
                    <a:pt x="3773" y="3608"/>
                  </a:lnTo>
                  <a:lnTo>
                    <a:pt x="3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238125" y="713000"/>
              <a:ext cx="3140500" cy="2329000"/>
            </a:xfrm>
            <a:custGeom>
              <a:rect b="b" l="l" r="r" t="t"/>
              <a:pathLst>
                <a:path extrusionOk="0" h="93160" w="125620">
                  <a:moveTo>
                    <a:pt x="64696" y="18643"/>
                  </a:moveTo>
                  <a:lnTo>
                    <a:pt x="64696" y="22305"/>
                  </a:lnTo>
                  <a:lnTo>
                    <a:pt x="60923" y="22305"/>
                  </a:lnTo>
                  <a:lnTo>
                    <a:pt x="60923" y="18643"/>
                  </a:lnTo>
                  <a:close/>
                  <a:moveTo>
                    <a:pt x="64696" y="26133"/>
                  </a:moveTo>
                  <a:lnTo>
                    <a:pt x="64696" y="29796"/>
                  </a:lnTo>
                  <a:lnTo>
                    <a:pt x="60923" y="29796"/>
                  </a:lnTo>
                  <a:lnTo>
                    <a:pt x="60923" y="26133"/>
                  </a:lnTo>
                  <a:close/>
                  <a:moveTo>
                    <a:pt x="68525" y="0"/>
                  </a:moveTo>
                  <a:lnTo>
                    <a:pt x="68525" y="3718"/>
                  </a:lnTo>
                  <a:lnTo>
                    <a:pt x="57150" y="3718"/>
                  </a:lnTo>
                  <a:lnTo>
                    <a:pt x="57150" y="11097"/>
                  </a:lnTo>
                  <a:lnTo>
                    <a:pt x="64696" y="11097"/>
                  </a:lnTo>
                  <a:lnTo>
                    <a:pt x="64696" y="14926"/>
                  </a:lnTo>
                  <a:lnTo>
                    <a:pt x="53377" y="14926"/>
                  </a:lnTo>
                  <a:lnTo>
                    <a:pt x="53377" y="26078"/>
                  </a:lnTo>
                  <a:lnTo>
                    <a:pt x="57095" y="26078"/>
                  </a:lnTo>
                  <a:lnTo>
                    <a:pt x="57095" y="29796"/>
                  </a:lnTo>
                  <a:lnTo>
                    <a:pt x="53211" y="29796"/>
                  </a:lnTo>
                  <a:lnTo>
                    <a:pt x="53211" y="26078"/>
                  </a:lnTo>
                  <a:lnTo>
                    <a:pt x="49438" y="26078"/>
                  </a:lnTo>
                  <a:lnTo>
                    <a:pt x="49438" y="22416"/>
                  </a:lnTo>
                  <a:lnTo>
                    <a:pt x="41836" y="22416"/>
                  </a:lnTo>
                  <a:lnTo>
                    <a:pt x="41836" y="29740"/>
                  </a:lnTo>
                  <a:lnTo>
                    <a:pt x="38063" y="29740"/>
                  </a:lnTo>
                  <a:lnTo>
                    <a:pt x="38063" y="22250"/>
                  </a:lnTo>
                  <a:lnTo>
                    <a:pt x="41781" y="22250"/>
                  </a:lnTo>
                  <a:lnTo>
                    <a:pt x="41781" y="18698"/>
                  </a:lnTo>
                  <a:lnTo>
                    <a:pt x="34179" y="18698"/>
                  </a:lnTo>
                  <a:lnTo>
                    <a:pt x="34179" y="26133"/>
                  </a:lnTo>
                  <a:lnTo>
                    <a:pt x="26578" y="26133"/>
                  </a:lnTo>
                  <a:lnTo>
                    <a:pt x="26578" y="29796"/>
                  </a:lnTo>
                  <a:lnTo>
                    <a:pt x="22749" y="29796"/>
                  </a:lnTo>
                  <a:lnTo>
                    <a:pt x="22749" y="26133"/>
                  </a:lnTo>
                  <a:lnTo>
                    <a:pt x="3773" y="26133"/>
                  </a:lnTo>
                  <a:lnTo>
                    <a:pt x="3773" y="33569"/>
                  </a:lnTo>
                  <a:lnTo>
                    <a:pt x="0" y="33569"/>
                  </a:lnTo>
                  <a:lnTo>
                    <a:pt x="0" y="44776"/>
                  </a:lnTo>
                  <a:lnTo>
                    <a:pt x="7602" y="44776"/>
                  </a:lnTo>
                  <a:lnTo>
                    <a:pt x="7602" y="48383"/>
                  </a:lnTo>
                  <a:lnTo>
                    <a:pt x="11319" y="48383"/>
                  </a:lnTo>
                  <a:lnTo>
                    <a:pt x="11319" y="44721"/>
                  </a:lnTo>
                  <a:lnTo>
                    <a:pt x="15148" y="44721"/>
                  </a:lnTo>
                  <a:lnTo>
                    <a:pt x="15148" y="41004"/>
                  </a:lnTo>
                  <a:lnTo>
                    <a:pt x="19032" y="41004"/>
                  </a:lnTo>
                  <a:lnTo>
                    <a:pt x="19032" y="44721"/>
                  </a:lnTo>
                  <a:lnTo>
                    <a:pt x="26633" y="44721"/>
                  </a:lnTo>
                  <a:lnTo>
                    <a:pt x="26633" y="52212"/>
                  </a:lnTo>
                  <a:lnTo>
                    <a:pt x="30462" y="52212"/>
                  </a:lnTo>
                  <a:lnTo>
                    <a:pt x="30462" y="55929"/>
                  </a:lnTo>
                  <a:lnTo>
                    <a:pt x="34235" y="55929"/>
                  </a:lnTo>
                  <a:lnTo>
                    <a:pt x="34235" y="60978"/>
                  </a:lnTo>
                  <a:lnTo>
                    <a:pt x="34235" y="65861"/>
                  </a:lnTo>
                  <a:lnTo>
                    <a:pt x="34235" y="68358"/>
                  </a:lnTo>
                  <a:lnTo>
                    <a:pt x="34235" y="70855"/>
                  </a:lnTo>
                  <a:lnTo>
                    <a:pt x="38008" y="70855"/>
                  </a:lnTo>
                  <a:lnTo>
                    <a:pt x="38008" y="74627"/>
                  </a:lnTo>
                  <a:lnTo>
                    <a:pt x="38063" y="78290"/>
                  </a:lnTo>
                  <a:lnTo>
                    <a:pt x="41892" y="78290"/>
                  </a:lnTo>
                  <a:lnTo>
                    <a:pt x="41892" y="85780"/>
                  </a:lnTo>
                  <a:lnTo>
                    <a:pt x="49548" y="85780"/>
                  </a:lnTo>
                  <a:lnTo>
                    <a:pt x="49548" y="93160"/>
                  </a:lnTo>
                  <a:lnTo>
                    <a:pt x="57095" y="93160"/>
                  </a:lnTo>
                  <a:lnTo>
                    <a:pt x="57095" y="82007"/>
                  </a:lnTo>
                  <a:lnTo>
                    <a:pt x="58759" y="82007"/>
                  </a:lnTo>
                  <a:lnTo>
                    <a:pt x="68525" y="82118"/>
                  </a:lnTo>
                  <a:lnTo>
                    <a:pt x="68525" y="78290"/>
                  </a:lnTo>
                  <a:lnTo>
                    <a:pt x="72353" y="78290"/>
                  </a:lnTo>
                  <a:lnTo>
                    <a:pt x="72353" y="74517"/>
                  </a:lnTo>
                  <a:lnTo>
                    <a:pt x="76182" y="74517"/>
                  </a:lnTo>
                  <a:lnTo>
                    <a:pt x="76182" y="67082"/>
                  </a:lnTo>
                  <a:lnTo>
                    <a:pt x="79955" y="67082"/>
                  </a:lnTo>
                  <a:lnTo>
                    <a:pt x="79955" y="63364"/>
                  </a:lnTo>
                  <a:lnTo>
                    <a:pt x="83672" y="63364"/>
                  </a:lnTo>
                  <a:lnTo>
                    <a:pt x="83672" y="59647"/>
                  </a:lnTo>
                  <a:lnTo>
                    <a:pt x="79955" y="59647"/>
                  </a:lnTo>
                  <a:lnTo>
                    <a:pt x="79955" y="55929"/>
                  </a:lnTo>
                  <a:lnTo>
                    <a:pt x="87612" y="55929"/>
                  </a:lnTo>
                  <a:lnTo>
                    <a:pt x="87612" y="59591"/>
                  </a:lnTo>
                  <a:lnTo>
                    <a:pt x="91274" y="59591"/>
                  </a:lnTo>
                  <a:lnTo>
                    <a:pt x="91274" y="52212"/>
                  </a:lnTo>
                  <a:lnTo>
                    <a:pt x="87501" y="52212"/>
                  </a:lnTo>
                  <a:lnTo>
                    <a:pt x="87501" y="44776"/>
                  </a:lnTo>
                  <a:lnTo>
                    <a:pt x="79899" y="44776"/>
                  </a:lnTo>
                  <a:lnTo>
                    <a:pt x="79899" y="41059"/>
                  </a:lnTo>
                  <a:lnTo>
                    <a:pt x="72298" y="41059"/>
                  </a:lnTo>
                  <a:lnTo>
                    <a:pt x="72298" y="55929"/>
                  </a:lnTo>
                  <a:lnTo>
                    <a:pt x="68525" y="55929"/>
                  </a:lnTo>
                  <a:lnTo>
                    <a:pt x="68525" y="48494"/>
                  </a:lnTo>
                  <a:lnTo>
                    <a:pt x="60812" y="48494"/>
                  </a:lnTo>
                  <a:lnTo>
                    <a:pt x="60812" y="44721"/>
                  </a:lnTo>
                  <a:lnTo>
                    <a:pt x="57095" y="44721"/>
                  </a:lnTo>
                  <a:lnTo>
                    <a:pt x="57095" y="40948"/>
                  </a:lnTo>
                  <a:lnTo>
                    <a:pt x="60868" y="40948"/>
                  </a:lnTo>
                  <a:lnTo>
                    <a:pt x="60868" y="37231"/>
                  </a:lnTo>
                  <a:lnTo>
                    <a:pt x="68525" y="37231"/>
                  </a:lnTo>
                  <a:lnTo>
                    <a:pt x="68525" y="26133"/>
                  </a:lnTo>
                  <a:lnTo>
                    <a:pt x="72353" y="26133"/>
                  </a:lnTo>
                  <a:lnTo>
                    <a:pt x="72353" y="37231"/>
                  </a:lnTo>
                  <a:lnTo>
                    <a:pt x="79955" y="37231"/>
                  </a:lnTo>
                  <a:lnTo>
                    <a:pt x="79955" y="40893"/>
                  </a:lnTo>
                  <a:lnTo>
                    <a:pt x="83672" y="40893"/>
                  </a:lnTo>
                  <a:lnTo>
                    <a:pt x="83672" y="29796"/>
                  </a:lnTo>
                  <a:lnTo>
                    <a:pt x="79899" y="29796"/>
                  </a:lnTo>
                  <a:lnTo>
                    <a:pt x="79899" y="26078"/>
                  </a:lnTo>
                  <a:lnTo>
                    <a:pt x="76126" y="26078"/>
                  </a:lnTo>
                  <a:lnTo>
                    <a:pt x="76126" y="22361"/>
                  </a:lnTo>
                  <a:lnTo>
                    <a:pt x="72408" y="22361"/>
                  </a:lnTo>
                  <a:lnTo>
                    <a:pt x="72408" y="11097"/>
                  </a:lnTo>
                  <a:lnTo>
                    <a:pt x="76182" y="11097"/>
                  </a:lnTo>
                  <a:lnTo>
                    <a:pt x="76182" y="7490"/>
                  </a:lnTo>
                  <a:lnTo>
                    <a:pt x="83728" y="7490"/>
                  </a:lnTo>
                  <a:lnTo>
                    <a:pt x="83728" y="11153"/>
                  </a:lnTo>
                  <a:lnTo>
                    <a:pt x="79955" y="11153"/>
                  </a:lnTo>
                  <a:lnTo>
                    <a:pt x="79955" y="13039"/>
                  </a:lnTo>
                  <a:lnTo>
                    <a:pt x="80010" y="14870"/>
                  </a:lnTo>
                  <a:lnTo>
                    <a:pt x="87612" y="14870"/>
                  </a:lnTo>
                  <a:lnTo>
                    <a:pt x="87612" y="18588"/>
                  </a:lnTo>
                  <a:lnTo>
                    <a:pt x="91440" y="18588"/>
                  </a:lnTo>
                  <a:lnTo>
                    <a:pt x="91440" y="37231"/>
                  </a:lnTo>
                  <a:lnTo>
                    <a:pt x="95268" y="37231"/>
                  </a:lnTo>
                  <a:lnTo>
                    <a:pt x="95268" y="40948"/>
                  </a:lnTo>
                  <a:lnTo>
                    <a:pt x="102815" y="40948"/>
                  </a:lnTo>
                  <a:lnTo>
                    <a:pt x="102815" y="33513"/>
                  </a:lnTo>
                  <a:lnTo>
                    <a:pt x="106643" y="33513"/>
                  </a:lnTo>
                  <a:lnTo>
                    <a:pt x="106643" y="29740"/>
                  </a:lnTo>
                  <a:lnTo>
                    <a:pt x="114245" y="29740"/>
                  </a:lnTo>
                  <a:lnTo>
                    <a:pt x="114245" y="26023"/>
                  </a:lnTo>
                  <a:lnTo>
                    <a:pt x="118073" y="26023"/>
                  </a:lnTo>
                  <a:lnTo>
                    <a:pt x="118073" y="18532"/>
                  </a:lnTo>
                  <a:lnTo>
                    <a:pt x="121902" y="18532"/>
                  </a:lnTo>
                  <a:lnTo>
                    <a:pt x="121902" y="7380"/>
                  </a:lnTo>
                  <a:lnTo>
                    <a:pt x="125619" y="7380"/>
                  </a:lnTo>
                  <a:lnTo>
                    <a:pt x="125619" y="3718"/>
                  </a:lnTo>
                  <a:lnTo>
                    <a:pt x="118018" y="3718"/>
                  </a:lnTo>
                  <a:lnTo>
                    <a:pt x="118018" y="55"/>
                  </a:lnTo>
                  <a:lnTo>
                    <a:pt x="95213" y="55"/>
                  </a:lnTo>
                  <a:lnTo>
                    <a:pt x="95213" y="3662"/>
                  </a:lnTo>
                  <a:lnTo>
                    <a:pt x="83728" y="3662"/>
                  </a:lnTo>
                  <a:lnTo>
                    <a:pt x="83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1951225" y="27659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6" name="Google Shape;326;p26"/>
            <p:cNvSpPr/>
            <p:nvPr/>
          </p:nvSpPr>
          <p:spPr>
            <a:xfrm>
              <a:off x="3285650" y="993175"/>
              <a:ext cx="4096225" cy="3448450"/>
            </a:xfrm>
            <a:custGeom>
              <a:rect b="b" l="l" r="r" t="t"/>
              <a:pathLst>
                <a:path extrusionOk="0" h="137938" w="163849">
                  <a:moveTo>
                    <a:pt x="102815" y="7436"/>
                  </a:moveTo>
                  <a:lnTo>
                    <a:pt x="102815" y="11098"/>
                  </a:lnTo>
                  <a:lnTo>
                    <a:pt x="99042" y="11098"/>
                  </a:lnTo>
                  <a:lnTo>
                    <a:pt x="99042" y="7436"/>
                  </a:lnTo>
                  <a:close/>
                  <a:moveTo>
                    <a:pt x="45610" y="22306"/>
                  </a:moveTo>
                  <a:lnTo>
                    <a:pt x="45610" y="26024"/>
                  </a:lnTo>
                  <a:lnTo>
                    <a:pt x="41948" y="26024"/>
                  </a:lnTo>
                  <a:lnTo>
                    <a:pt x="41948" y="22306"/>
                  </a:lnTo>
                  <a:close/>
                  <a:moveTo>
                    <a:pt x="45665" y="52212"/>
                  </a:moveTo>
                  <a:lnTo>
                    <a:pt x="45665" y="55875"/>
                  </a:lnTo>
                  <a:lnTo>
                    <a:pt x="38119" y="55875"/>
                  </a:lnTo>
                  <a:lnTo>
                    <a:pt x="38119" y="52212"/>
                  </a:lnTo>
                  <a:close/>
                  <a:moveTo>
                    <a:pt x="56929" y="55930"/>
                  </a:moveTo>
                  <a:lnTo>
                    <a:pt x="56929" y="63365"/>
                  </a:lnTo>
                  <a:lnTo>
                    <a:pt x="53322" y="63365"/>
                  </a:lnTo>
                  <a:lnTo>
                    <a:pt x="53322" y="55930"/>
                  </a:lnTo>
                  <a:close/>
                  <a:moveTo>
                    <a:pt x="26634" y="52212"/>
                  </a:moveTo>
                  <a:lnTo>
                    <a:pt x="26634" y="55930"/>
                  </a:lnTo>
                  <a:lnTo>
                    <a:pt x="22916" y="55930"/>
                  </a:lnTo>
                  <a:lnTo>
                    <a:pt x="22916" y="63310"/>
                  </a:lnTo>
                  <a:lnTo>
                    <a:pt x="26634" y="63310"/>
                  </a:lnTo>
                  <a:lnTo>
                    <a:pt x="26634" y="59703"/>
                  </a:lnTo>
                  <a:lnTo>
                    <a:pt x="34291" y="59703"/>
                  </a:lnTo>
                  <a:lnTo>
                    <a:pt x="34291" y="63365"/>
                  </a:lnTo>
                  <a:lnTo>
                    <a:pt x="41837" y="63365"/>
                  </a:lnTo>
                  <a:lnTo>
                    <a:pt x="41837" y="67083"/>
                  </a:lnTo>
                  <a:lnTo>
                    <a:pt x="30518" y="67083"/>
                  </a:lnTo>
                  <a:lnTo>
                    <a:pt x="30518" y="70800"/>
                  </a:lnTo>
                  <a:lnTo>
                    <a:pt x="26634" y="70800"/>
                  </a:lnTo>
                  <a:lnTo>
                    <a:pt x="26634" y="67138"/>
                  </a:lnTo>
                  <a:lnTo>
                    <a:pt x="22861" y="67138"/>
                  </a:lnTo>
                  <a:lnTo>
                    <a:pt x="22861" y="63420"/>
                  </a:lnTo>
                  <a:lnTo>
                    <a:pt x="11431" y="63420"/>
                  </a:lnTo>
                  <a:lnTo>
                    <a:pt x="11431" y="59648"/>
                  </a:lnTo>
                  <a:lnTo>
                    <a:pt x="15204" y="59648"/>
                  </a:lnTo>
                  <a:lnTo>
                    <a:pt x="15204" y="55875"/>
                  </a:lnTo>
                  <a:lnTo>
                    <a:pt x="22805" y="55875"/>
                  </a:lnTo>
                  <a:lnTo>
                    <a:pt x="22805" y="52212"/>
                  </a:lnTo>
                  <a:close/>
                  <a:moveTo>
                    <a:pt x="56929" y="70856"/>
                  </a:moveTo>
                  <a:lnTo>
                    <a:pt x="56929" y="74573"/>
                  </a:lnTo>
                  <a:lnTo>
                    <a:pt x="57095" y="74573"/>
                  </a:lnTo>
                  <a:lnTo>
                    <a:pt x="55264" y="74628"/>
                  </a:lnTo>
                  <a:lnTo>
                    <a:pt x="53322" y="74628"/>
                  </a:lnTo>
                  <a:lnTo>
                    <a:pt x="53322" y="70856"/>
                  </a:lnTo>
                  <a:close/>
                  <a:moveTo>
                    <a:pt x="45665" y="74573"/>
                  </a:moveTo>
                  <a:lnTo>
                    <a:pt x="45665" y="82063"/>
                  </a:lnTo>
                  <a:lnTo>
                    <a:pt x="41948" y="82063"/>
                  </a:lnTo>
                  <a:lnTo>
                    <a:pt x="41948" y="74573"/>
                  </a:lnTo>
                  <a:close/>
                  <a:moveTo>
                    <a:pt x="95269" y="1"/>
                  </a:moveTo>
                  <a:lnTo>
                    <a:pt x="95269" y="3663"/>
                  </a:lnTo>
                  <a:lnTo>
                    <a:pt x="83839" y="3663"/>
                  </a:lnTo>
                  <a:lnTo>
                    <a:pt x="83839" y="7436"/>
                  </a:lnTo>
                  <a:lnTo>
                    <a:pt x="76182" y="7436"/>
                  </a:lnTo>
                  <a:lnTo>
                    <a:pt x="76182" y="11209"/>
                  </a:lnTo>
                  <a:lnTo>
                    <a:pt x="68581" y="11209"/>
                  </a:lnTo>
                  <a:lnTo>
                    <a:pt x="68581" y="18589"/>
                  </a:lnTo>
                  <a:lnTo>
                    <a:pt x="64697" y="18589"/>
                  </a:lnTo>
                  <a:lnTo>
                    <a:pt x="64697" y="14926"/>
                  </a:lnTo>
                  <a:lnTo>
                    <a:pt x="60924" y="14926"/>
                  </a:lnTo>
                  <a:lnTo>
                    <a:pt x="60924" y="18644"/>
                  </a:lnTo>
                  <a:lnTo>
                    <a:pt x="53322" y="18644"/>
                  </a:lnTo>
                  <a:lnTo>
                    <a:pt x="53322" y="22362"/>
                  </a:lnTo>
                  <a:lnTo>
                    <a:pt x="49549" y="22362"/>
                  </a:lnTo>
                  <a:lnTo>
                    <a:pt x="45665" y="22306"/>
                  </a:lnTo>
                  <a:lnTo>
                    <a:pt x="45665" y="18589"/>
                  </a:lnTo>
                  <a:lnTo>
                    <a:pt x="41837" y="18589"/>
                  </a:lnTo>
                  <a:lnTo>
                    <a:pt x="41837" y="14926"/>
                  </a:lnTo>
                  <a:lnTo>
                    <a:pt x="26689" y="14926"/>
                  </a:lnTo>
                  <a:lnTo>
                    <a:pt x="26689" y="18589"/>
                  </a:lnTo>
                  <a:lnTo>
                    <a:pt x="22861" y="18589"/>
                  </a:lnTo>
                  <a:lnTo>
                    <a:pt x="22861" y="26134"/>
                  </a:lnTo>
                  <a:lnTo>
                    <a:pt x="19143" y="26134"/>
                  </a:lnTo>
                  <a:lnTo>
                    <a:pt x="19143" y="33569"/>
                  </a:lnTo>
                  <a:lnTo>
                    <a:pt x="22916" y="33569"/>
                  </a:lnTo>
                  <a:lnTo>
                    <a:pt x="22916" y="37176"/>
                  </a:lnTo>
                  <a:lnTo>
                    <a:pt x="26634" y="37176"/>
                  </a:lnTo>
                  <a:lnTo>
                    <a:pt x="26634" y="26024"/>
                  </a:lnTo>
                  <a:lnTo>
                    <a:pt x="30462" y="26024"/>
                  </a:lnTo>
                  <a:lnTo>
                    <a:pt x="30462" y="22362"/>
                  </a:lnTo>
                  <a:lnTo>
                    <a:pt x="34235" y="22362"/>
                  </a:lnTo>
                  <a:lnTo>
                    <a:pt x="34235" y="26134"/>
                  </a:lnTo>
                  <a:lnTo>
                    <a:pt x="30518" y="26134"/>
                  </a:lnTo>
                  <a:lnTo>
                    <a:pt x="30518" y="33514"/>
                  </a:lnTo>
                  <a:lnTo>
                    <a:pt x="34235" y="33514"/>
                  </a:lnTo>
                  <a:lnTo>
                    <a:pt x="34235" y="37342"/>
                  </a:lnTo>
                  <a:lnTo>
                    <a:pt x="30462" y="37342"/>
                  </a:lnTo>
                  <a:lnTo>
                    <a:pt x="30462" y="40949"/>
                  </a:lnTo>
                  <a:lnTo>
                    <a:pt x="22805" y="40949"/>
                  </a:lnTo>
                  <a:lnTo>
                    <a:pt x="22805" y="37342"/>
                  </a:lnTo>
                  <a:lnTo>
                    <a:pt x="19032" y="37342"/>
                  </a:lnTo>
                  <a:lnTo>
                    <a:pt x="19032" y="44777"/>
                  </a:lnTo>
                  <a:lnTo>
                    <a:pt x="15259" y="44777"/>
                  </a:lnTo>
                  <a:lnTo>
                    <a:pt x="15259" y="48495"/>
                  </a:lnTo>
                  <a:lnTo>
                    <a:pt x="11375" y="48495"/>
                  </a:lnTo>
                  <a:lnTo>
                    <a:pt x="11375" y="55985"/>
                  </a:lnTo>
                  <a:lnTo>
                    <a:pt x="7602" y="55985"/>
                  </a:lnTo>
                  <a:lnTo>
                    <a:pt x="7602" y="67138"/>
                  </a:lnTo>
                  <a:lnTo>
                    <a:pt x="3774" y="67138"/>
                  </a:lnTo>
                  <a:lnTo>
                    <a:pt x="3774" y="74573"/>
                  </a:lnTo>
                  <a:lnTo>
                    <a:pt x="1887" y="74573"/>
                  </a:lnTo>
                  <a:lnTo>
                    <a:pt x="1" y="74628"/>
                  </a:lnTo>
                  <a:lnTo>
                    <a:pt x="1" y="89443"/>
                  </a:lnTo>
                  <a:lnTo>
                    <a:pt x="3829" y="89443"/>
                  </a:lnTo>
                  <a:lnTo>
                    <a:pt x="3829" y="93216"/>
                  </a:lnTo>
                  <a:lnTo>
                    <a:pt x="19143" y="93216"/>
                  </a:lnTo>
                  <a:lnTo>
                    <a:pt x="19143" y="104424"/>
                  </a:lnTo>
                  <a:lnTo>
                    <a:pt x="22916" y="104424"/>
                  </a:lnTo>
                  <a:lnTo>
                    <a:pt x="22916" y="126840"/>
                  </a:lnTo>
                  <a:lnTo>
                    <a:pt x="26689" y="126840"/>
                  </a:lnTo>
                  <a:lnTo>
                    <a:pt x="26689" y="137937"/>
                  </a:lnTo>
                  <a:lnTo>
                    <a:pt x="30462" y="137937"/>
                  </a:lnTo>
                  <a:lnTo>
                    <a:pt x="30462" y="134275"/>
                  </a:lnTo>
                  <a:lnTo>
                    <a:pt x="38064" y="134275"/>
                  </a:lnTo>
                  <a:lnTo>
                    <a:pt x="38064" y="126729"/>
                  </a:lnTo>
                  <a:lnTo>
                    <a:pt x="41948" y="126729"/>
                  </a:lnTo>
                  <a:lnTo>
                    <a:pt x="41948" y="119294"/>
                  </a:lnTo>
                  <a:lnTo>
                    <a:pt x="45721" y="119294"/>
                  </a:lnTo>
                  <a:lnTo>
                    <a:pt x="45721" y="100651"/>
                  </a:lnTo>
                  <a:lnTo>
                    <a:pt x="49494" y="100651"/>
                  </a:lnTo>
                  <a:lnTo>
                    <a:pt x="49494" y="96934"/>
                  </a:lnTo>
                  <a:lnTo>
                    <a:pt x="53211" y="96934"/>
                  </a:lnTo>
                  <a:lnTo>
                    <a:pt x="53211" y="89499"/>
                  </a:lnTo>
                  <a:lnTo>
                    <a:pt x="49549" y="89499"/>
                  </a:lnTo>
                  <a:lnTo>
                    <a:pt x="49549" y="85726"/>
                  </a:lnTo>
                  <a:lnTo>
                    <a:pt x="57095" y="85726"/>
                  </a:lnTo>
                  <a:lnTo>
                    <a:pt x="57095" y="82008"/>
                  </a:lnTo>
                  <a:lnTo>
                    <a:pt x="60924" y="82008"/>
                  </a:lnTo>
                  <a:lnTo>
                    <a:pt x="60924" y="74628"/>
                  </a:lnTo>
                  <a:lnTo>
                    <a:pt x="68636" y="74628"/>
                  </a:lnTo>
                  <a:lnTo>
                    <a:pt x="68636" y="78291"/>
                  </a:lnTo>
                  <a:lnTo>
                    <a:pt x="72409" y="78291"/>
                  </a:lnTo>
                  <a:lnTo>
                    <a:pt x="72409" y="89388"/>
                  </a:lnTo>
                  <a:lnTo>
                    <a:pt x="76182" y="89388"/>
                  </a:lnTo>
                  <a:lnTo>
                    <a:pt x="76182" y="85726"/>
                  </a:lnTo>
                  <a:lnTo>
                    <a:pt x="80011" y="85726"/>
                  </a:lnTo>
                  <a:lnTo>
                    <a:pt x="80011" y="78346"/>
                  </a:lnTo>
                  <a:lnTo>
                    <a:pt x="87668" y="78346"/>
                  </a:lnTo>
                  <a:lnTo>
                    <a:pt x="87668" y="82008"/>
                  </a:lnTo>
                  <a:lnTo>
                    <a:pt x="91441" y="82008"/>
                  </a:lnTo>
                  <a:lnTo>
                    <a:pt x="91441" y="93161"/>
                  </a:lnTo>
                  <a:lnTo>
                    <a:pt x="95269" y="93161"/>
                  </a:lnTo>
                  <a:lnTo>
                    <a:pt x="95269" y="89443"/>
                  </a:lnTo>
                  <a:lnTo>
                    <a:pt x="102760" y="89443"/>
                  </a:lnTo>
                  <a:lnTo>
                    <a:pt x="102760" y="82063"/>
                  </a:lnTo>
                  <a:lnTo>
                    <a:pt x="99042" y="82063"/>
                  </a:lnTo>
                  <a:lnTo>
                    <a:pt x="99042" y="78291"/>
                  </a:lnTo>
                  <a:lnTo>
                    <a:pt x="106644" y="78291"/>
                  </a:lnTo>
                  <a:lnTo>
                    <a:pt x="106644" y="74518"/>
                  </a:lnTo>
                  <a:lnTo>
                    <a:pt x="110472" y="74518"/>
                  </a:lnTo>
                  <a:lnTo>
                    <a:pt x="110472" y="59703"/>
                  </a:lnTo>
                  <a:lnTo>
                    <a:pt x="114356" y="59703"/>
                  </a:lnTo>
                  <a:lnTo>
                    <a:pt x="114356" y="63310"/>
                  </a:lnTo>
                  <a:lnTo>
                    <a:pt x="118129" y="63310"/>
                  </a:lnTo>
                  <a:lnTo>
                    <a:pt x="118129" y="55875"/>
                  </a:lnTo>
                  <a:lnTo>
                    <a:pt x="121958" y="55875"/>
                  </a:lnTo>
                  <a:lnTo>
                    <a:pt x="121958" y="52212"/>
                  </a:lnTo>
                  <a:lnTo>
                    <a:pt x="125731" y="52212"/>
                  </a:lnTo>
                  <a:lnTo>
                    <a:pt x="125731" y="55819"/>
                  </a:lnTo>
                  <a:lnTo>
                    <a:pt x="129504" y="55819"/>
                  </a:lnTo>
                  <a:lnTo>
                    <a:pt x="129504" y="41005"/>
                  </a:lnTo>
                  <a:lnTo>
                    <a:pt x="121958" y="41005"/>
                  </a:lnTo>
                  <a:lnTo>
                    <a:pt x="121958" y="37232"/>
                  </a:lnTo>
                  <a:lnTo>
                    <a:pt x="125731" y="37232"/>
                  </a:lnTo>
                  <a:lnTo>
                    <a:pt x="125731" y="33514"/>
                  </a:lnTo>
                  <a:lnTo>
                    <a:pt x="137161" y="33514"/>
                  </a:lnTo>
                  <a:lnTo>
                    <a:pt x="137161" y="29797"/>
                  </a:lnTo>
                  <a:lnTo>
                    <a:pt x="144818" y="29797"/>
                  </a:lnTo>
                  <a:lnTo>
                    <a:pt x="144818" y="33514"/>
                  </a:lnTo>
                  <a:lnTo>
                    <a:pt x="152364" y="33514"/>
                  </a:lnTo>
                  <a:lnTo>
                    <a:pt x="152364" y="29741"/>
                  </a:lnTo>
                  <a:lnTo>
                    <a:pt x="160021" y="29741"/>
                  </a:lnTo>
                  <a:lnTo>
                    <a:pt x="160021" y="26079"/>
                  </a:lnTo>
                  <a:lnTo>
                    <a:pt x="160021" y="25968"/>
                  </a:lnTo>
                  <a:lnTo>
                    <a:pt x="163849" y="25968"/>
                  </a:lnTo>
                  <a:lnTo>
                    <a:pt x="163849" y="18589"/>
                  </a:lnTo>
                  <a:lnTo>
                    <a:pt x="156192" y="18589"/>
                  </a:lnTo>
                  <a:lnTo>
                    <a:pt x="156192" y="14926"/>
                  </a:lnTo>
                  <a:lnTo>
                    <a:pt x="152419" y="14926"/>
                  </a:lnTo>
                  <a:lnTo>
                    <a:pt x="152419" y="18589"/>
                  </a:lnTo>
                  <a:lnTo>
                    <a:pt x="148535" y="18589"/>
                  </a:lnTo>
                  <a:lnTo>
                    <a:pt x="148535" y="14871"/>
                  </a:lnTo>
                  <a:lnTo>
                    <a:pt x="133277" y="14871"/>
                  </a:lnTo>
                  <a:lnTo>
                    <a:pt x="133277" y="11154"/>
                  </a:lnTo>
                  <a:lnTo>
                    <a:pt x="129559" y="11154"/>
                  </a:lnTo>
                  <a:lnTo>
                    <a:pt x="129559" y="7325"/>
                  </a:lnTo>
                  <a:lnTo>
                    <a:pt x="133277" y="7325"/>
                  </a:lnTo>
                  <a:lnTo>
                    <a:pt x="133277" y="3719"/>
                  </a:lnTo>
                  <a:lnTo>
                    <a:pt x="121958" y="3719"/>
                  </a:lnTo>
                  <a:lnTo>
                    <a:pt x="121958" y="7381"/>
                  </a:lnTo>
                  <a:lnTo>
                    <a:pt x="125675" y="7381"/>
                  </a:lnTo>
                  <a:lnTo>
                    <a:pt x="125675" y="11098"/>
                  </a:lnTo>
                  <a:lnTo>
                    <a:pt x="118074" y="11098"/>
                  </a:lnTo>
                  <a:lnTo>
                    <a:pt x="118074" y="7491"/>
                  </a:lnTo>
                  <a:lnTo>
                    <a:pt x="114301" y="7491"/>
                  </a:lnTo>
                  <a:lnTo>
                    <a:pt x="114301" y="11098"/>
                  </a:lnTo>
                  <a:lnTo>
                    <a:pt x="110417" y="11098"/>
                  </a:lnTo>
                  <a:lnTo>
                    <a:pt x="110417" y="7436"/>
                  </a:lnTo>
                  <a:lnTo>
                    <a:pt x="106644" y="7436"/>
                  </a:lnTo>
                  <a:lnTo>
                    <a:pt x="106644" y="3663"/>
                  </a:lnTo>
                  <a:lnTo>
                    <a:pt x="98987" y="3663"/>
                  </a:lnTo>
                  <a:lnTo>
                    <a:pt x="989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1286775" y="1086125"/>
              <a:ext cx="185925" cy="92950"/>
            </a:xfrm>
            <a:custGeom>
              <a:rect b="b" l="l" r="r" t="t"/>
              <a:pathLst>
                <a:path extrusionOk="0" h="3718" w="7437">
                  <a:moveTo>
                    <a:pt x="1" y="1"/>
                  </a:moveTo>
                  <a:lnTo>
                    <a:pt x="1" y="611"/>
                  </a:lnTo>
                  <a:lnTo>
                    <a:pt x="1" y="3607"/>
                  </a:lnTo>
                  <a:lnTo>
                    <a:pt x="1" y="3718"/>
                  </a:lnTo>
                  <a:lnTo>
                    <a:pt x="7436" y="3718"/>
                  </a:lnTo>
                  <a:lnTo>
                    <a:pt x="7436" y="3496"/>
                  </a:lnTo>
                  <a:lnTo>
                    <a:pt x="7436" y="611"/>
                  </a:lnTo>
                  <a:lnTo>
                    <a:pt x="7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ess The Team Member">
  <p:cSld name="BLANK_1_1_1_1_1_1_1_1_1_1_1_1_1_2">
    <p:bg>
      <p:bgPr>
        <a:solidFill>
          <a:schemeClr val="dk1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329;p27"/>
          <p:cNvGrpSpPr/>
          <p:nvPr/>
        </p:nvGrpSpPr>
        <p:grpSpPr>
          <a:xfrm>
            <a:off x="103050" y="103050"/>
            <a:ext cx="6817325" cy="3765575"/>
            <a:chOff x="103050" y="103050"/>
            <a:chExt cx="6817325" cy="3765575"/>
          </a:xfrm>
        </p:grpSpPr>
        <p:sp>
          <p:nvSpPr>
            <p:cNvPr id="330" name="Google Shape;330;p27"/>
            <p:cNvSpPr/>
            <p:nvPr/>
          </p:nvSpPr>
          <p:spPr>
            <a:xfrm>
              <a:off x="103050" y="103050"/>
              <a:ext cx="5135700" cy="2659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1090775" y="1490525"/>
              <a:ext cx="5829600" cy="237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32" name="Google Shape;332;p27"/>
          <p:cNvSpPr txBox="1"/>
          <p:nvPr>
            <p:ph idx="1" type="subTitle"/>
          </p:nvPr>
        </p:nvSpPr>
        <p:spPr>
          <a:xfrm>
            <a:off x="252600" y="1199800"/>
            <a:ext cx="28815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33" name="Google Shape;333;p27"/>
          <p:cNvSpPr txBox="1"/>
          <p:nvPr>
            <p:ph type="title"/>
          </p:nvPr>
        </p:nvSpPr>
        <p:spPr>
          <a:xfrm>
            <a:off x="229190" y="147681"/>
            <a:ext cx="4216200" cy="8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t Attack">
  <p:cSld name="TITLE_1_1_5">
    <p:bg>
      <p:bgPr>
        <a:solidFill>
          <a:schemeClr val="accent4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28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sp>
          <p:nvSpPr>
            <p:cNvPr id="336" name="Google Shape;336;p28"/>
            <p:cNvSpPr/>
            <p:nvPr/>
          </p:nvSpPr>
          <p:spPr>
            <a:xfrm>
              <a:off x="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7" name="Google Shape;337;p28"/>
            <p:cNvSpPr/>
            <p:nvPr/>
          </p:nvSpPr>
          <p:spPr>
            <a:xfrm>
              <a:off x="904095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8" name="Google Shape;338;p28"/>
            <p:cNvSpPr/>
            <p:nvPr/>
          </p:nvSpPr>
          <p:spPr>
            <a:xfrm rot="5400000">
              <a:off x="4519005" y="-4518866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39" name="Google Shape;339;p28"/>
            <p:cNvSpPr/>
            <p:nvPr/>
          </p:nvSpPr>
          <p:spPr>
            <a:xfrm rot="5400000">
              <a:off x="4520468" y="521584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40" name="Google Shape;340;p28"/>
          <p:cNvSpPr/>
          <p:nvPr>
            <p:ph idx="2" type="pic"/>
          </p:nvPr>
        </p:nvSpPr>
        <p:spPr>
          <a:xfrm>
            <a:off x="3553675" y="3509450"/>
            <a:ext cx="1941000" cy="131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28"/>
          <p:cNvSpPr txBox="1"/>
          <p:nvPr>
            <p:ph type="title"/>
          </p:nvPr>
        </p:nvSpPr>
        <p:spPr>
          <a:xfrm>
            <a:off x="236975" y="223878"/>
            <a:ext cx="4216200" cy="5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  <p:sp>
        <p:nvSpPr>
          <p:cNvPr id="342" name="Google Shape;342;p28"/>
          <p:cNvSpPr/>
          <p:nvPr>
            <p:ph idx="3" type="pic"/>
          </p:nvPr>
        </p:nvSpPr>
        <p:spPr>
          <a:xfrm>
            <a:off x="6699200" y="904175"/>
            <a:ext cx="19092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28"/>
          <p:cNvSpPr/>
          <p:nvPr>
            <p:ph idx="4" type="pic"/>
          </p:nvPr>
        </p:nvSpPr>
        <p:spPr>
          <a:xfrm>
            <a:off x="5673725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28"/>
          <p:cNvSpPr/>
          <p:nvPr>
            <p:ph idx="5" type="pic"/>
          </p:nvPr>
        </p:nvSpPr>
        <p:spPr>
          <a:xfrm>
            <a:off x="252425" y="2015900"/>
            <a:ext cx="3080100" cy="28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28"/>
          <p:cNvSpPr/>
          <p:nvPr/>
        </p:nvSpPr>
        <p:spPr>
          <a:xfrm>
            <a:off x="5673400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346" name="Google Shape;346;p28"/>
          <p:cNvSpPr/>
          <p:nvPr>
            <p:ph idx="6" type="pic"/>
          </p:nvPr>
        </p:nvSpPr>
        <p:spPr>
          <a:xfrm>
            <a:off x="4838963" y="1797550"/>
            <a:ext cx="17409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28"/>
          <p:cNvSpPr/>
          <p:nvPr>
            <p:ph idx="7" type="pic"/>
          </p:nvPr>
        </p:nvSpPr>
        <p:spPr>
          <a:xfrm>
            <a:off x="2991500" y="904174"/>
            <a:ext cx="1721700" cy="247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28"/>
          <p:cNvSpPr/>
          <p:nvPr>
            <p:ph idx="8" type="pic"/>
          </p:nvPr>
        </p:nvSpPr>
        <p:spPr>
          <a:xfrm>
            <a:off x="4848425" y="580600"/>
            <a:ext cx="1721700" cy="104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28"/>
          <p:cNvSpPr txBox="1"/>
          <p:nvPr>
            <p:ph idx="1" type="subTitle"/>
          </p:nvPr>
        </p:nvSpPr>
        <p:spPr>
          <a:xfrm>
            <a:off x="252600" y="743700"/>
            <a:ext cx="2675700" cy="102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pos="5292">
          <p15:clr>
            <a:srgbClr val="E46962"/>
          </p15:clr>
        </p15:guide>
        <p15:guide id="7" pos="159">
          <p15:clr>
            <a:srgbClr val="E46962"/>
          </p15:clr>
        </p15:guide>
        <p15:guide id="8" orient="horz" pos="159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ks">
  <p:cSld name="BLANK_1_1_1_1_1_1_1_1_1_1_1_3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9"/>
          <p:cNvSpPr txBox="1"/>
          <p:nvPr>
            <p:ph type="title"/>
          </p:nvPr>
        </p:nvSpPr>
        <p:spPr>
          <a:xfrm>
            <a:off x="242375" y="530828"/>
            <a:ext cx="35766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52" name="Google Shape;352;p29"/>
          <p:cNvSpPr txBox="1"/>
          <p:nvPr>
            <p:ph idx="2" type="title"/>
          </p:nvPr>
        </p:nvSpPr>
        <p:spPr>
          <a:xfrm>
            <a:off x="23689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grpSp>
        <p:nvGrpSpPr>
          <p:cNvPr id="353" name="Google Shape;353;p29"/>
          <p:cNvGrpSpPr/>
          <p:nvPr/>
        </p:nvGrpSpPr>
        <p:grpSpPr>
          <a:xfrm>
            <a:off x="-7338" y="1654487"/>
            <a:ext cx="9150854" cy="3491662"/>
            <a:chOff x="7059712" y="1295828"/>
            <a:chExt cx="2075400" cy="3601137"/>
          </a:xfrm>
        </p:grpSpPr>
        <p:sp>
          <p:nvSpPr>
            <p:cNvPr id="354" name="Google Shape;354;p29"/>
            <p:cNvSpPr/>
            <p:nvPr/>
          </p:nvSpPr>
          <p:spPr>
            <a:xfrm rot="-5400000">
              <a:off x="8683846" y="1589228"/>
              <a:ext cx="744600" cy="157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55" name="Google Shape;355;p29"/>
            <p:cNvSpPr/>
            <p:nvPr/>
          </p:nvSpPr>
          <p:spPr>
            <a:xfrm rot="-5400000">
              <a:off x="7635137" y="2417525"/>
              <a:ext cx="511500" cy="1660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7061153" y="2040415"/>
              <a:ext cx="1919400" cy="105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57" name="Google Shape;357;p29"/>
            <p:cNvSpPr/>
            <p:nvPr/>
          </p:nvSpPr>
          <p:spPr>
            <a:xfrm rot="-5400000">
              <a:off x="7624952" y="3629915"/>
              <a:ext cx="703500" cy="18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58" name="Google Shape;358;p29"/>
            <p:cNvSpPr/>
            <p:nvPr/>
          </p:nvSpPr>
          <p:spPr>
            <a:xfrm rot="-5400000">
              <a:off x="7696912" y="2785540"/>
              <a:ext cx="801000" cy="2075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59" name="Google Shape;359;p29"/>
          <p:cNvSpPr txBox="1"/>
          <p:nvPr>
            <p:ph idx="1" type="subTitle"/>
          </p:nvPr>
        </p:nvSpPr>
        <p:spPr>
          <a:xfrm>
            <a:off x="246850" y="2620050"/>
            <a:ext cx="6911700" cy="227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List">
  <p:cSld name="BLANK_1_1_1_1_1_1_1_1_1_1_1_2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30"/>
          <p:cNvPicPr preferRelativeResize="0"/>
          <p:nvPr/>
        </p:nvPicPr>
        <p:blipFill rotWithShape="1">
          <a:blip r:embed="rId2">
            <a:alphaModFix/>
          </a:blip>
          <a:srcRect b="48373" l="72419" r="0" t="25661"/>
          <a:stretch/>
        </p:blipFill>
        <p:spPr>
          <a:xfrm>
            <a:off x="8451297" y="282525"/>
            <a:ext cx="305451" cy="287577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0"/>
          <p:cNvSpPr txBox="1"/>
          <p:nvPr>
            <p:ph idx="1" type="subTitle"/>
          </p:nvPr>
        </p:nvSpPr>
        <p:spPr>
          <a:xfrm>
            <a:off x="246850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363" name="Google Shape;363;p30"/>
          <p:cNvSpPr txBox="1"/>
          <p:nvPr>
            <p:ph idx="2" type="subTitle"/>
          </p:nvPr>
        </p:nvSpPr>
        <p:spPr>
          <a:xfrm>
            <a:off x="246850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64" name="Google Shape;364;p30"/>
          <p:cNvSpPr txBox="1"/>
          <p:nvPr>
            <p:ph idx="3" type="subTitle"/>
          </p:nvPr>
        </p:nvSpPr>
        <p:spPr>
          <a:xfrm>
            <a:off x="246850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65" name="Google Shape;365;p30"/>
          <p:cNvSpPr txBox="1"/>
          <p:nvPr>
            <p:ph idx="4" type="subTitle"/>
          </p:nvPr>
        </p:nvSpPr>
        <p:spPr>
          <a:xfrm>
            <a:off x="3135975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366" name="Google Shape;366;p30"/>
          <p:cNvSpPr txBox="1"/>
          <p:nvPr>
            <p:ph idx="5" type="subTitle"/>
          </p:nvPr>
        </p:nvSpPr>
        <p:spPr>
          <a:xfrm>
            <a:off x="3135975" y="4097621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5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367" name="Google Shape;367;p30"/>
          <p:cNvSpPr txBox="1"/>
          <p:nvPr>
            <p:ph type="title"/>
          </p:nvPr>
        </p:nvSpPr>
        <p:spPr>
          <a:xfrm>
            <a:off x="23764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8" name="Google Shape;368;p30"/>
          <p:cNvSpPr txBox="1"/>
          <p:nvPr>
            <p:ph idx="6" type="subTitle"/>
          </p:nvPr>
        </p:nvSpPr>
        <p:spPr>
          <a:xfrm>
            <a:off x="246850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69" name="Google Shape;369;p30"/>
          <p:cNvSpPr txBox="1"/>
          <p:nvPr>
            <p:ph idx="7" type="subTitle"/>
          </p:nvPr>
        </p:nvSpPr>
        <p:spPr>
          <a:xfrm>
            <a:off x="246850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70" name="Google Shape;370;p30"/>
          <p:cNvSpPr txBox="1"/>
          <p:nvPr>
            <p:ph idx="8" type="subTitle"/>
          </p:nvPr>
        </p:nvSpPr>
        <p:spPr>
          <a:xfrm>
            <a:off x="246850" y="40982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71" name="Google Shape;371;p30"/>
          <p:cNvSpPr txBox="1"/>
          <p:nvPr>
            <p:ph idx="9" type="subTitle"/>
          </p:nvPr>
        </p:nvSpPr>
        <p:spPr>
          <a:xfrm>
            <a:off x="246850" y="42613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72" name="Google Shape;372;p30"/>
          <p:cNvSpPr txBox="1"/>
          <p:nvPr>
            <p:ph idx="13" type="subTitle"/>
          </p:nvPr>
        </p:nvSpPr>
        <p:spPr>
          <a:xfrm>
            <a:off x="3135975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73" name="Google Shape;373;p30"/>
          <p:cNvSpPr txBox="1"/>
          <p:nvPr>
            <p:ph idx="14" type="subTitle"/>
          </p:nvPr>
        </p:nvSpPr>
        <p:spPr>
          <a:xfrm>
            <a:off x="3135975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74" name="Google Shape;374;p30"/>
          <p:cNvSpPr txBox="1"/>
          <p:nvPr>
            <p:ph idx="15" type="subTitle"/>
          </p:nvPr>
        </p:nvSpPr>
        <p:spPr>
          <a:xfrm>
            <a:off x="3135975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75" name="Google Shape;375;p30"/>
          <p:cNvSpPr txBox="1"/>
          <p:nvPr>
            <p:ph idx="16" type="subTitle"/>
          </p:nvPr>
        </p:nvSpPr>
        <p:spPr>
          <a:xfrm>
            <a:off x="3135975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76" name="Google Shape;376;p30"/>
          <p:cNvSpPr txBox="1"/>
          <p:nvPr>
            <p:ph idx="17" type="subTitle"/>
          </p:nvPr>
        </p:nvSpPr>
        <p:spPr>
          <a:xfrm>
            <a:off x="3135975" y="45463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77" name="Google Shape;377;p30"/>
          <p:cNvSpPr txBox="1"/>
          <p:nvPr>
            <p:ph idx="18" type="subTitle"/>
          </p:nvPr>
        </p:nvSpPr>
        <p:spPr>
          <a:xfrm>
            <a:off x="3135975" y="47094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BLANK_1_1_1_1_1_1_1_1_1_1_1_1_1_1_1_1_2_1_1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31"/>
          <p:cNvGrpSpPr/>
          <p:nvPr/>
        </p:nvGrpSpPr>
        <p:grpSpPr>
          <a:xfrm>
            <a:off x="3343784" y="3174433"/>
            <a:ext cx="4804343" cy="1969075"/>
            <a:chOff x="4110075" y="3174500"/>
            <a:chExt cx="4385125" cy="2181075"/>
          </a:xfrm>
        </p:grpSpPr>
        <p:sp>
          <p:nvSpPr>
            <p:cNvPr id="380" name="Google Shape;380;p31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81" name="Google Shape;381;p31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82" name="Google Shape;382;p31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83" name="Google Shape;383;p31"/>
          <p:cNvGrpSpPr/>
          <p:nvPr/>
        </p:nvGrpSpPr>
        <p:grpSpPr>
          <a:xfrm>
            <a:off x="4340393" y="1752191"/>
            <a:ext cx="4804343" cy="1969075"/>
            <a:chOff x="4110075" y="3174500"/>
            <a:chExt cx="4385125" cy="2181075"/>
          </a:xfrm>
        </p:grpSpPr>
        <p:sp>
          <p:nvSpPr>
            <p:cNvPr id="384" name="Google Shape;384;p31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85" name="Google Shape;385;p31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86" name="Google Shape;386;p31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87" name="Google Shape;387;p31"/>
          <p:cNvGrpSpPr/>
          <p:nvPr/>
        </p:nvGrpSpPr>
        <p:grpSpPr>
          <a:xfrm>
            <a:off x="4790942" y="0"/>
            <a:ext cx="4353074" cy="2254435"/>
            <a:chOff x="5469800" y="-26200"/>
            <a:chExt cx="3674100" cy="2368850"/>
          </a:xfrm>
        </p:grpSpPr>
        <p:sp>
          <p:nvSpPr>
            <p:cNvPr id="388" name="Google Shape;388;p31"/>
            <p:cNvSpPr/>
            <p:nvPr/>
          </p:nvSpPr>
          <p:spPr>
            <a:xfrm>
              <a:off x="5701100" y="1018750"/>
              <a:ext cx="3442800" cy="1323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89" name="Google Shape;389;p31"/>
            <p:cNvSpPr/>
            <p:nvPr/>
          </p:nvSpPr>
          <p:spPr>
            <a:xfrm>
              <a:off x="5469800" y="-26200"/>
              <a:ext cx="3674100" cy="194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90" name="Google Shape;390;p31"/>
          <p:cNvGrpSpPr/>
          <p:nvPr/>
        </p:nvGrpSpPr>
        <p:grpSpPr>
          <a:xfrm>
            <a:off x="4340407" y="3174433"/>
            <a:ext cx="4804343" cy="1969075"/>
            <a:chOff x="4110075" y="3174500"/>
            <a:chExt cx="4385125" cy="2181075"/>
          </a:xfrm>
        </p:grpSpPr>
        <p:sp>
          <p:nvSpPr>
            <p:cNvPr id="391" name="Google Shape;391;p31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92" name="Google Shape;392;p31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93" name="Google Shape;393;p31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94" name="Google Shape;394;p31"/>
          <p:cNvSpPr txBox="1"/>
          <p:nvPr>
            <p:ph idx="1" type="subTitle"/>
          </p:nvPr>
        </p:nvSpPr>
        <p:spPr>
          <a:xfrm>
            <a:off x="5619076" y="1752200"/>
            <a:ext cx="22476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95" name="Google Shape;395;p31"/>
          <p:cNvSpPr txBox="1"/>
          <p:nvPr>
            <p:ph idx="2" type="subTitle"/>
          </p:nvPr>
        </p:nvSpPr>
        <p:spPr>
          <a:xfrm>
            <a:off x="5619076" y="2971501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96" name="Google Shape;396;p31"/>
          <p:cNvSpPr txBox="1"/>
          <p:nvPr>
            <p:ph idx="3" type="subTitle"/>
          </p:nvPr>
        </p:nvSpPr>
        <p:spPr>
          <a:xfrm>
            <a:off x="5619076" y="603850"/>
            <a:ext cx="22914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97" name="Google Shape;397;p31"/>
          <p:cNvSpPr txBox="1"/>
          <p:nvPr>
            <p:ph idx="4" type="subTitle"/>
          </p:nvPr>
        </p:nvSpPr>
        <p:spPr>
          <a:xfrm>
            <a:off x="5619076" y="2339999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98" name="Google Shape;398;p31"/>
          <p:cNvSpPr txBox="1"/>
          <p:nvPr>
            <p:ph idx="5" type="subTitle"/>
          </p:nvPr>
        </p:nvSpPr>
        <p:spPr>
          <a:xfrm>
            <a:off x="5619076" y="1179625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99" name="Google Shape;399;p31"/>
          <p:cNvSpPr txBox="1"/>
          <p:nvPr>
            <p:ph idx="6" type="subTitle"/>
          </p:nvPr>
        </p:nvSpPr>
        <p:spPr>
          <a:xfrm>
            <a:off x="5619076" y="3518350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400" name="Google Shape;400;p31"/>
          <p:cNvSpPr txBox="1"/>
          <p:nvPr>
            <p:ph type="title"/>
          </p:nvPr>
        </p:nvSpPr>
        <p:spPr>
          <a:xfrm>
            <a:off x="743700" y="743700"/>
            <a:ext cx="468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BLANK_1_1_1_1_1_1_2">
    <p:bg>
      <p:bgPr>
        <a:solidFill>
          <a:schemeClr val="accent2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32"/>
          <p:cNvGrpSpPr/>
          <p:nvPr/>
        </p:nvGrpSpPr>
        <p:grpSpPr>
          <a:xfrm>
            <a:off x="2337800" y="-3225"/>
            <a:ext cx="6806000" cy="5187625"/>
            <a:chOff x="2337800" y="-3225"/>
            <a:chExt cx="6806000" cy="5187625"/>
          </a:xfrm>
        </p:grpSpPr>
        <p:sp>
          <p:nvSpPr>
            <p:cNvPr id="403" name="Google Shape;403;p32"/>
            <p:cNvSpPr/>
            <p:nvPr/>
          </p:nvSpPr>
          <p:spPr>
            <a:xfrm>
              <a:off x="4521450" y="1439175"/>
              <a:ext cx="4018800" cy="90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404" name="Google Shape;404;p32"/>
            <p:cNvSpPr/>
            <p:nvPr/>
          </p:nvSpPr>
          <p:spPr>
            <a:xfrm>
              <a:off x="3555075" y="2289675"/>
              <a:ext cx="3597000" cy="144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405" name="Google Shape;405;p32"/>
            <p:cNvSpPr/>
            <p:nvPr/>
          </p:nvSpPr>
          <p:spPr>
            <a:xfrm>
              <a:off x="5626900" y="-3225"/>
              <a:ext cx="3516900" cy="183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406" name="Google Shape;406;p32"/>
            <p:cNvSpPr/>
            <p:nvPr/>
          </p:nvSpPr>
          <p:spPr>
            <a:xfrm>
              <a:off x="2337800" y="3695800"/>
              <a:ext cx="3597000" cy="148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407" name="Google Shape;407;p32"/>
          <p:cNvSpPr txBox="1"/>
          <p:nvPr>
            <p:ph type="title"/>
          </p:nvPr>
        </p:nvSpPr>
        <p:spPr>
          <a:xfrm>
            <a:off x="743700" y="743700"/>
            <a:ext cx="4299000" cy="179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  <p:sp>
        <p:nvSpPr>
          <p:cNvPr id="408" name="Google Shape;408;p32"/>
          <p:cNvSpPr txBox="1"/>
          <p:nvPr>
            <p:ph idx="2" type="title"/>
          </p:nvPr>
        </p:nvSpPr>
        <p:spPr>
          <a:xfrm>
            <a:off x="3872475" y="2694025"/>
            <a:ext cx="2962200" cy="17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9pPr>
          </a:lstStyle>
          <a:p/>
        </p:txBody>
      </p:sp>
      <p:pic>
        <p:nvPicPr>
          <p:cNvPr id="409" name="Google Shape;409;p32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642782" y="42710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2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7688117" y="41646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2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7972601" y="30330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2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4521457" y="4459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2"/>
          <p:cNvPicPr preferRelativeResize="0"/>
          <p:nvPr/>
        </p:nvPicPr>
        <p:blipFill rotWithShape="1">
          <a:blip r:embed="rId3">
            <a:alphaModFix/>
          </a:blip>
          <a:srcRect b="0" l="6521" r="6521" t="0"/>
          <a:stretch/>
        </p:blipFill>
        <p:spPr>
          <a:xfrm>
            <a:off x="7284429" y="43997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2"/>
          <p:cNvPicPr preferRelativeResize="0"/>
          <p:nvPr/>
        </p:nvPicPr>
        <p:blipFill rotWithShape="1">
          <a:blip r:embed="rId3">
            <a:alphaModFix/>
          </a:blip>
          <a:srcRect b="0" l="6521" r="6521" t="0"/>
          <a:stretch/>
        </p:blipFill>
        <p:spPr>
          <a:xfrm>
            <a:off x="3555079" y="18336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2"/>
          <p:cNvPicPr preferRelativeResize="0"/>
          <p:nvPr/>
        </p:nvPicPr>
        <p:blipFill rotWithShape="1">
          <a:blip r:embed="rId4">
            <a:alphaModFix/>
          </a:blip>
          <a:srcRect b="0" l="6521" r="6521" t="0"/>
          <a:stretch/>
        </p:blipFill>
        <p:spPr>
          <a:xfrm>
            <a:off x="3171717" y="42063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2"/>
          <p:cNvPicPr preferRelativeResize="0"/>
          <p:nvPr/>
        </p:nvPicPr>
        <p:blipFill rotWithShape="1">
          <a:blip r:embed="rId4">
            <a:alphaModFix/>
          </a:blip>
          <a:srcRect b="0" l="6521" r="6521" t="0"/>
          <a:stretch/>
        </p:blipFill>
        <p:spPr>
          <a:xfrm>
            <a:off x="6834679" y="5049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2"/>
          <p:cNvPicPr preferRelativeResize="0"/>
          <p:nvPr/>
        </p:nvPicPr>
        <p:blipFill rotWithShape="1">
          <a:blip r:embed="rId3">
            <a:alphaModFix/>
          </a:blip>
          <a:srcRect b="0" l="6521" r="6521" t="0"/>
          <a:stretch/>
        </p:blipFill>
        <p:spPr>
          <a:xfrm>
            <a:off x="1392254" y="3161673"/>
            <a:ext cx="201844" cy="163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8" name="Google Shape;418;p32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419" name="Google Shape;419;p3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20" name="Google Shape;420;p3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21" name="Google Shape;421;p3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22" name="Google Shape;422;p3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23" name="Google Shape;423;p3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24" name="Google Shape;424;p3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25" name="Google Shape;425;p3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pos="5292">
          <p15:clr>
            <a:srgbClr val="E46962"/>
          </p15:clr>
        </p15:guide>
        <p15:guide id="8" pos="159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28" name="Google Shape;428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3" name="Google Shape;433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6" name="Google Shape;436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7" name="Google Shape;437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2" name="Google Shape;442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7" name="Google Shape;447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8" name="Google Shape;448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3" name="Google Shape;453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7" name="Google Shape;457;p4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8" name="Google Shape;458;p4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9" name="Google Shape;459;p4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0" name="Google Shape;460;p4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4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4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5" name="Google Shape;465;p4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6" name="Google Shape;466;p4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9" name="Google Shape;469;p4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0" name="Google Shape;470;p4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1" name="Google Shape;471;p4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4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5" name="Google Shape;475;p4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6" name="Google Shape;47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7" name="Google Shape;477;p4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8" name="Google Shape;478;p4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9" name="Google Shape;479;p4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0" name="Google Shape;480;p4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3" name="Google Shape;483;p4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4" name="Google Shape;484;p4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5" name="Google Shape;485;p4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6" name="Google Shape;486;p4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7" name="Google Shape;487;p4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8" name="Google Shape;488;p4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9" name="Google Shape;489;p4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0" name="Google Shape;490;p4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3" name="Google Shape;493;p4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6" name="Google Shape;496;p5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97" name="Google Shape;497;p5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5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9" name="Google Shape;49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0" name="Google Shape;500;p5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1" name="Google Shape;501;p5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4" name="Google Shape;504;p5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5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06" name="Google Shape;506;p5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7" name="Google Shape;507;p5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5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9" name="Google Shape;50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0" name="Google Shape;510;p5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1" name="Google Shape;511;p5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2" name="Google Shape;512;p5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7" name="Google Shape;517;p5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5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9" name="Google Shape;519;p5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0" name="Google Shape;520;p5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1" name="Google Shape;521;p5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2" name="Google Shape;522;p5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3" name="Google Shape;523;p5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5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5" name="Google Shape;525;p5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39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29" Type="http://schemas.openxmlformats.org/officeDocument/2006/relationships/slideLayout" Target="../slideLayouts/slideLayout41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25.xml"/><Relationship Id="rId35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27.xml"/><Relationship Id="rId37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26.xml"/><Relationship Id="rId36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28.xml"/><Relationship Id="rId38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  <a:defRPr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82" name="Google Shape;8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9">
          <p15:clr>
            <a:srgbClr val="E46962"/>
          </p15:clr>
        </p15:guide>
        <p15:guide id="2" orient="horz" pos="17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learn.cylabacademy.org" TargetMode="External"/><Relationship Id="rId4" Type="http://schemas.openxmlformats.org/officeDocument/2006/relationships/hyperlink" Target="https://help.hackthebox.com/en/articles/8570249-how-to-play-sherlocks" TargetMode="External"/><Relationship Id="rId5" Type="http://schemas.openxmlformats.org/officeDocument/2006/relationships/image" Target="../media/image17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4"/>
          <p:cNvSpPr txBox="1"/>
          <p:nvPr>
            <p:ph idx="4" type="title"/>
          </p:nvPr>
        </p:nvSpPr>
        <p:spPr>
          <a:xfrm>
            <a:off x="699975" y="734275"/>
            <a:ext cx="59436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FORENSICS</a:t>
            </a:r>
            <a:endParaRPr/>
          </a:p>
        </p:txBody>
      </p:sp>
      <p:sp>
        <p:nvSpPr>
          <p:cNvPr id="531" name="Google Shape;531;p54"/>
          <p:cNvSpPr txBox="1"/>
          <p:nvPr>
            <p:ph type="title"/>
          </p:nvPr>
        </p:nvSpPr>
        <p:spPr>
          <a:xfrm>
            <a:off x="699986" y="1615235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2 - Disks, Network</a:t>
            </a:r>
            <a:endParaRPr/>
          </a:p>
        </p:txBody>
      </p:sp>
      <p:pic>
        <p:nvPicPr>
          <p:cNvPr id="532" name="Google Shape;53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9121" y="3888066"/>
            <a:ext cx="398545" cy="3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4"/>
          <p:cNvSpPr txBox="1"/>
          <p:nvPr/>
        </p:nvSpPr>
        <p:spPr>
          <a:xfrm>
            <a:off x="7088825" y="4215925"/>
            <a:ext cx="889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!! nos4a2</a:t>
            </a:r>
            <a:endParaRPr sz="1200">
              <a:solidFill>
                <a:schemeClr val="lt2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" sz="12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@sluzypt</a:t>
            </a:r>
            <a:endParaRPr sz="15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34" name="Google Shape;53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950" y="4021575"/>
            <a:ext cx="966401" cy="46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54"/>
          <p:cNvSpPr txBox="1"/>
          <p:nvPr/>
        </p:nvSpPr>
        <p:spPr>
          <a:xfrm>
            <a:off x="7978025" y="4215925"/>
            <a:ext cx="1075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AFSC19.EXE @afsc19</a:t>
            </a:r>
            <a:endParaRPr sz="1200">
              <a:solidFill>
                <a:schemeClr val="lt2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lt2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5"/>
          <p:cNvSpPr txBox="1"/>
          <p:nvPr>
            <p:ph type="title"/>
          </p:nvPr>
        </p:nvSpPr>
        <p:spPr>
          <a:xfrm>
            <a:off x="743700" y="743700"/>
            <a:ext cx="468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ROAD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MAP</a:t>
            </a:r>
            <a:endParaRPr/>
          </a:p>
        </p:txBody>
      </p:sp>
      <p:sp>
        <p:nvSpPr>
          <p:cNvPr id="541" name="Google Shape;541;p55"/>
          <p:cNvSpPr txBox="1"/>
          <p:nvPr>
            <p:ph idx="1" type="subTitle"/>
          </p:nvPr>
        </p:nvSpPr>
        <p:spPr>
          <a:xfrm>
            <a:off x="5609451" y="2085150"/>
            <a:ext cx="22476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2. Disks, registries, network</a:t>
            </a:r>
            <a:endParaRPr/>
          </a:p>
        </p:txBody>
      </p:sp>
      <p:sp>
        <p:nvSpPr>
          <p:cNvPr id="542" name="Google Shape;542;p55"/>
          <p:cNvSpPr txBox="1"/>
          <p:nvPr>
            <p:ph idx="3" type="subTitle"/>
          </p:nvPr>
        </p:nvSpPr>
        <p:spPr>
          <a:xfrm>
            <a:off x="5609450" y="1578450"/>
            <a:ext cx="30360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 strike="sngStrike"/>
              <a:t>1. Foundations</a:t>
            </a:r>
            <a:endParaRPr strike="sngStrike"/>
          </a:p>
        </p:txBody>
      </p:sp>
      <p:sp>
        <p:nvSpPr>
          <p:cNvPr id="543" name="Google Shape;543;p55"/>
          <p:cNvSpPr txBox="1"/>
          <p:nvPr>
            <p:ph idx="2" type="subTitle"/>
          </p:nvPr>
        </p:nvSpPr>
        <p:spPr>
          <a:xfrm>
            <a:off x="5609451" y="2591851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3. Memory</a:t>
            </a:r>
            <a:endParaRPr/>
          </a:p>
        </p:txBody>
      </p:sp>
      <p:sp>
        <p:nvSpPr>
          <p:cNvPr id="544" name="Google Shape;544;p55"/>
          <p:cNvSpPr txBox="1"/>
          <p:nvPr>
            <p:ph idx="2" type="subTitle"/>
          </p:nvPr>
        </p:nvSpPr>
        <p:spPr>
          <a:xfrm>
            <a:off x="5609451" y="3078451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4. ???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Disks/volumes</a:t>
            </a:r>
            <a:endParaRPr/>
          </a:p>
        </p:txBody>
      </p:sp>
      <p:pic>
        <p:nvPicPr>
          <p:cNvPr id="550" name="Google Shape;55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000" y="2088125"/>
            <a:ext cx="3095001" cy="2568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56" title="toppng.com-ssd-upgrade-ssd-hard-drive-598x5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2400" y="546925"/>
            <a:ext cx="3033925" cy="28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56" title="solid-state-drive-samsung-ssd-960-evo-nvme-m-2-samsung-960-pro-ssd-nvm-express-ssd-f937e8e14e95969835bf61165404cc58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8324" y="2160750"/>
            <a:ext cx="3635800" cy="256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Disk partitions</a:t>
            </a:r>
            <a:endParaRPr/>
          </a:p>
        </p:txBody>
      </p:sp>
      <p:pic>
        <p:nvPicPr>
          <p:cNvPr id="558" name="Google Shape;55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62" y="1749350"/>
            <a:ext cx="2354350" cy="219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57"/>
          <p:cNvPicPr preferRelativeResize="0"/>
          <p:nvPr/>
        </p:nvPicPr>
        <p:blipFill rotWithShape="1">
          <a:blip r:embed="rId4">
            <a:alphaModFix/>
          </a:blip>
          <a:srcRect b="31380" l="0" r="0" t="0"/>
          <a:stretch/>
        </p:blipFill>
        <p:spPr>
          <a:xfrm>
            <a:off x="3020037" y="1694825"/>
            <a:ext cx="5661750" cy="230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Disk partitions</a:t>
            </a:r>
            <a:endParaRPr/>
          </a:p>
        </p:txBody>
      </p:sp>
      <p:pic>
        <p:nvPicPr>
          <p:cNvPr id="565" name="Google Shape;56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7747" y="528147"/>
            <a:ext cx="4543262" cy="4164675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58"/>
          <p:cNvSpPr txBox="1"/>
          <p:nvPr/>
        </p:nvSpPr>
        <p:spPr>
          <a:xfrm>
            <a:off x="642075" y="1327750"/>
            <a:ext cx="418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Partitions have structures!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 ≠ Destroy</a:t>
            </a:r>
            <a:endParaRPr/>
          </a:p>
        </p:txBody>
      </p:sp>
      <p:pic>
        <p:nvPicPr>
          <p:cNvPr id="572" name="Google Shape;57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4707" y="741626"/>
            <a:ext cx="4190040" cy="3840892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59"/>
          <p:cNvSpPr txBox="1"/>
          <p:nvPr/>
        </p:nvSpPr>
        <p:spPr>
          <a:xfrm>
            <a:off x="6824939" y="3902483"/>
            <a:ext cx="6612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550" lIns="117550" spcFirstLastPara="1" rIns="117550" wrap="square" tIns="117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29">
                <a:solidFill>
                  <a:schemeClr val="dk1"/>
                </a:solidFill>
                <a:highlight>
                  <a:srgbClr val="FFFF00"/>
                </a:highlight>
                <a:latin typeface="Space Grotesk"/>
                <a:ea typeface="Space Grotesk"/>
                <a:cs typeface="Space Grotesk"/>
                <a:sym typeface="Space Grotesk"/>
              </a:rPr>
              <a:t>Free</a:t>
            </a:r>
            <a:endParaRPr sz="1029">
              <a:solidFill>
                <a:schemeClr val="dk1"/>
              </a:solidFill>
              <a:highlight>
                <a:srgbClr val="FFFF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574" name="Google Shape;574;p59"/>
          <p:cNvCxnSpPr>
            <a:endCxn id="573" idx="1"/>
          </p:cNvCxnSpPr>
          <p:nvPr/>
        </p:nvCxnSpPr>
        <p:spPr>
          <a:xfrm flipH="1" rot="10800000">
            <a:off x="5308139" y="4100333"/>
            <a:ext cx="1516800" cy="329100"/>
          </a:xfrm>
          <a:prstGeom prst="straightConnector1">
            <a:avLst/>
          </a:prstGeom>
          <a:noFill/>
          <a:ln cap="flat" cmpd="sng" w="10675">
            <a:solidFill>
              <a:srgbClr val="BF9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5" name="Google Shape;575;p59"/>
          <p:cNvSpPr txBox="1"/>
          <p:nvPr/>
        </p:nvSpPr>
        <p:spPr>
          <a:xfrm>
            <a:off x="3916349" y="4190000"/>
            <a:ext cx="1546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350" lIns="102350" spcFirstLastPara="1" rIns="102350" wrap="square" tIns="102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7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Mark as free</a:t>
            </a:r>
            <a:endParaRPr sz="1567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6" name="Google Shape;576;p59"/>
          <p:cNvSpPr txBox="1"/>
          <p:nvPr/>
        </p:nvSpPr>
        <p:spPr>
          <a:xfrm>
            <a:off x="403750" y="1383400"/>
            <a:ext cx="345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Deleting data = removing the pointer from the structure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content is still there!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7" name="Google Shape;577;p59"/>
          <p:cNvSpPr txBox="1"/>
          <p:nvPr/>
        </p:nvSpPr>
        <p:spPr>
          <a:xfrm>
            <a:off x="0" y="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pic>
        <p:nvPicPr>
          <p:cNvPr id="578" name="Google Shape;578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2788" y="2803825"/>
            <a:ext cx="1327075" cy="1990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recover deleted files! (suppostly™)</a:t>
            </a:r>
            <a:endParaRPr/>
          </a:p>
        </p:txBody>
      </p:sp>
      <p:sp>
        <p:nvSpPr>
          <p:cNvPr id="584" name="Google Shape;584;p60"/>
          <p:cNvSpPr txBox="1"/>
          <p:nvPr/>
        </p:nvSpPr>
        <p:spPr>
          <a:xfrm>
            <a:off x="0" y="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pic>
        <p:nvPicPr>
          <p:cNvPr id="585" name="Google Shape;58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00" y="1730000"/>
            <a:ext cx="7743024" cy="216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Recovering files</a:t>
            </a:r>
            <a:endParaRPr/>
          </a:p>
        </p:txBody>
      </p:sp>
      <p:sp>
        <p:nvSpPr>
          <p:cNvPr id="591" name="Google Shape;591;p61"/>
          <p:cNvSpPr txBox="1"/>
          <p:nvPr/>
        </p:nvSpPr>
        <p:spPr>
          <a:xfrm>
            <a:off x="0" y="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pic>
        <p:nvPicPr>
          <p:cNvPr id="592" name="Google Shape;592;p61" title="you-alive-hello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8981" y="1203350"/>
            <a:ext cx="4130100" cy="273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61"/>
          <p:cNvSpPr txBox="1"/>
          <p:nvPr/>
        </p:nvSpPr>
        <p:spPr>
          <a:xfrm>
            <a:off x="507200" y="1387550"/>
            <a:ext cx="4249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Tools: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Testdisk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Sleuthdisk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Autopsy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FTK Imager</a:t>
            </a:r>
            <a:b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… (and a lot more)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Carving files also works: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Binwalk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-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Foremost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2"/>
          <p:cNvSpPr txBox="1"/>
          <p:nvPr>
            <p:ph idx="6" type="subTitle"/>
          </p:nvPr>
        </p:nvSpPr>
        <p:spPr>
          <a:xfrm>
            <a:off x="4938750" y="864950"/>
            <a:ext cx="41454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List (</a:t>
            </a:r>
            <a:r>
              <a:rPr lang="en" sz="1900"/>
              <a:t>f</a:t>
            </a:r>
            <a:r>
              <a:rPr lang="en" sz="1900"/>
              <a:t>ls -o &lt;off&gt; disk &lt;inode&gt;)</a:t>
            </a:r>
            <a:endParaRPr sz="1900"/>
          </a:p>
        </p:txBody>
      </p:sp>
      <p:sp>
        <p:nvSpPr>
          <p:cNvPr id="599" name="Google Shape;599;p62"/>
          <p:cNvSpPr txBox="1"/>
          <p:nvPr>
            <p:ph idx="8" type="subTitle"/>
          </p:nvPr>
        </p:nvSpPr>
        <p:spPr>
          <a:xfrm>
            <a:off x="366750" y="2539868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Information (istat + fsstat)</a:t>
            </a:r>
            <a:endParaRPr/>
          </a:p>
        </p:txBody>
      </p:sp>
      <p:sp>
        <p:nvSpPr>
          <p:cNvPr id="600" name="Google Shape;600;p62"/>
          <p:cNvSpPr txBox="1"/>
          <p:nvPr>
            <p:ph idx="2" type="body"/>
          </p:nvPr>
        </p:nvSpPr>
        <p:spPr>
          <a:xfrm>
            <a:off x="4938725" y="1292500"/>
            <a:ext cx="3838500" cy="13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❯ fls -o </a:t>
            </a:r>
            <a:r>
              <a:rPr lang="en"/>
              <a:t>2048 dds1-alp</a:t>
            </a:r>
            <a:r>
              <a:rPr lang="en"/>
              <a:t>ine.flag.img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d/d 10161:    home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d/d 11:    lost+found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r/r 12:    .dockerenv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d/d 2033:    bin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d/d 8129:    boot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d/d 26418:    root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</a:t>
            </a:r>
            <a:endParaRPr/>
          </a:p>
        </p:txBody>
      </p:sp>
      <p:sp>
        <p:nvSpPr>
          <p:cNvPr id="601" name="Google Shape;601;p62"/>
          <p:cNvSpPr txBox="1"/>
          <p:nvPr>
            <p:ph idx="1" type="body"/>
          </p:nvPr>
        </p:nvSpPr>
        <p:spPr>
          <a:xfrm>
            <a:off x="366725" y="1292425"/>
            <a:ext cx="3998100" cy="13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800"/>
              <a:t>❯ mmls dds1-alpine.flag.img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800"/>
              <a:t>DOS Partition Table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800"/>
              <a:t>Offset Sector: 0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800"/>
              <a:t>Units are in 512-byte sectors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800"/>
              <a:t>           Slot              Start                    End                   Length           Description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800"/>
              <a:t>000:  Meta      0000000000   0000000000   0000000001   Primary Table (#0)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800"/>
              <a:t>001:  -------   0000000000   0000002047   0000002048   Unallocated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800"/>
              <a:t>002:  000:000   0000002048   0000262143   0000260096   Linux (0x83)</a:t>
            </a:r>
            <a:endParaRPr sz="800"/>
          </a:p>
        </p:txBody>
      </p:sp>
      <p:sp>
        <p:nvSpPr>
          <p:cNvPr id="602" name="Google Shape;602;p62"/>
          <p:cNvSpPr txBox="1"/>
          <p:nvPr>
            <p:ph idx="3" type="body"/>
          </p:nvPr>
        </p:nvSpPr>
        <p:spPr>
          <a:xfrm>
            <a:off x="366750" y="2894375"/>
            <a:ext cx="4395900" cy="22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/>
              <a:t>❯ istat -o 2048 dds1-alpine.flag.img 12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/>
              <a:t>inode: 12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/>
              <a:t>Allocated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/>
              <a:t>Group: 0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/>
              <a:t>Generation Id: 1464366224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/>
              <a:t>uid / gid: 0 / 0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/>
              <a:t>mode: rrwxr-xr-x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/>
              <a:t>size: 0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/>
              <a:t>num of links: 1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/>
              <a:t>Inode Times: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/>
              <a:t>(...)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/>
              <a:t>Direct Blocks:</a:t>
            </a:r>
            <a:endParaRPr sz="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/>
              <a:t>(...)</a:t>
            </a:r>
            <a:endParaRPr sz="850"/>
          </a:p>
        </p:txBody>
      </p:sp>
      <p:sp>
        <p:nvSpPr>
          <p:cNvPr id="603" name="Google Shape;603;p62"/>
          <p:cNvSpPr txBox="1"/>
          <p:nvPr>
            <p:ph idx="4" type="body"/>
          </p:nvPr>
        </p:nvSpPr>
        <p:spPr>
          <a:xfrm>
            <a:off x="4938750" y="3021075"/>
            <a:ext cx="3998100" cy="23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~/Downloads/reun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❯ icat -o 2048 dds1-alpine.flag.img 12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DEBUG_CHALL=0</a:t>
            </a:r>
            <a:br>
              <a:rPr lang="en" sz="1200"/>
            </a:br>
            <a:r>
              <a:rPr lang="en" sz="1200"/>
              <a:t>ZIP_KEY=suprd0p3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04" name="Google Shape;604;p62"/>
          <p:cNvSpPr txBox="1"/>
          <p:nvPr>
            <p:ph type="title"/>
          </p:nvPr>
        </p:nvSpPr>
        <p:spPr>
          <a:xfrm>
            <a:off x="366750" y="171994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Recovering files - The Sleuth Kit (TSK)</a:t>
            </a:r>
            <a:endParaRPr/>
          </a:p>
        </p:txBody>
      </p:sp>
      <p:sp>
        <p:nvSpPr>
          <p:cNvPr id="605" name="Google Shape;605;p62"/>
          <p:cNvSpPr txBox="1"/>
          <p:nvPr>
            <p:ph idx="7" type="subTitle"/>
          </p:nvPr>
        </p:nvSpPr>
        <p:spPr>
          <a:xfrm>
            <a:off x="4938761" y="2539861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Cat (icat -o &lt;off&gt; disk &lt;inode&gt;)</a:t>
            </a:r>
            <a:endParaRPr sz="1900"/>
          </a:p>
        </p:txBody>
      </p:sp>
      <p:sp>
        <p:nvSpPr>
          <p:cNvPr id="606" name="Google Shape;606;p62"/>
          <p:cNvSpPr txBox="1"/>
          <p:nvPr>
            <p:ph idx="8" type="subTitle"/>
          </p:nvPr>
        </p:nvSpPr>
        <p:spPr>
          <a:xfrm>
            <a:off x="366750" y="864921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partitions (mmls)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file locations - Linux</a:t>
            </a:r>
            <a:endParaRPr/>
          </a:p>
        </p:txBody>
      </p:sp>
      <p:sp>
        <p:nvSpPr>
          <p:cNvPr id="612" name="Google Shape;612;p63"/>
          <p:cNvSpPr txBox="1"/>
          <p:nvPr/>
        </p:nvSpPr>
        <p:spPr>
          <a:xfrm>
            <a:off x="0" y="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13" name="Google Shape;613;p63"/>
          <p:cNvSpPr txBox="1"/>
          <p:nvPr/>
        </p:nvSpPr>
        <p:spPr>
          <a:xfrm>
            <a:off x="520775" y="1714475"/>
            <a:ext cx="4078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/home/&lt;user&gt;/Downloads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/home/&lt;user&gt;/Documents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/root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/tmp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/etc (for configs)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/var/log (for logs)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4" name="Google Shape;614;p63"/>
          <p:cNvSpPr txBox="1"/>
          <p:nvPr/>
        </p:nvSpPr>
        <p:spPr>
          <a:xfrm>
            <a:off x="520775" y="1308925"/>
            <a:ext cx="48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Always check folders you would use!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5" name="Google Shape;615;p63"/>
          <p:cNvSpPr txBox="1"/>
          <p:nvPr/>
        </p:nvSpPr>
        <p:spPr>
          <a:xfrm>
            <a:off x="4977875" y="1714475"/>
            <a:ext cx="4078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/home/&lt;user&gt;/.bash_history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/home/&lt;user&gt;/.&lt;shell&gt;_*     (</a:t>
            </a: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l</a:t>
            </a: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ike .zsh_rc)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^ The same inside /root!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6" name="Google Shape;616;p63"/>
          <p:cNvSpPr txBox="1"/>
          <p:nvPr/>
        </p:nvSpPr>
        <p:spPr>
          <a:xfrm>
            <a:off x="4977875" y="1308925"/>
            <a:ext cx="48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Cool files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file locations - Windows</a:t>
            </a:r>
            <a:endParaRPr/>
          </a:p>
        </p:txBody>
      </p:sp>
      <p:sp>
        <p:nvSpPr>
          <p:cNvPr id="622" name="Google Shape;622;p64"/>
          <p:cNvSpPr txBox="1"/>
          <p:nvPr/>
        </p:nvSpPr>
        <p:spPr>
          <a:xfrm>
            <a:off x="0" y="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23" name="Google Shape;623;p64"/>
          <p:cNvSpPr txBox="1"/>
          <p:nvPr/>
        </p:nvSpPr>
        <p:spPr>
          <a:xfrm>
            <a:off x="520775" y="1714475"/>
            <a:ext cx="4370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C:\Users\&lt;u</a:t>
            </a: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ser&gt;\Downloads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C:\Users\&lt;user&gt;\Desktop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C:\Users\&lt;user&gt;\AppData\*\temp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C:\temp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C:\ProgramData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4" name="Google Shape;624;p64"/>
          <p:cNvSpPr txBox="1"/>
          <p:nvPr/>
        </p:nvSpPr>
        <p:spPr>
          <a:xfrm>
            <a:off x="520775" y="1308925"/>
            <a:ext cx="48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Always check folders you would use!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5" name="Google Shape;625;p64"/>
          <p:cNvSpPr txBox="1"/>
          <p:nvPr/>
        </p:nvSpPr>
        <p:spPr>
          <a:xfrm>
            <a:off x="4977875" y="1714475"/>
            <a:ext cx="4078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C:\$MFT (Master File Table)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C:\System32\config\* (Registry Hives)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C:\Users\&lt;user&gt;\NTUSER.DAT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C:\Windows\System32\Winevt\Logs\*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t/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26" name="Google Shape;626;p64"/>
          <p:cNvSpPr txBox="1"/>
          <p:nvPr/>
        </p:nvSpPr>
        <p:spPr>
          <a:xfrm>
            <a:off x="4977875" y="1308925"/>
            <a:ext cx="48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Cool files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file locations - Browsers</a:t>
            </a:r>
            <a:endParaRPr/>
          </a:p>
        </p:txBody>
      </p:sp>
      <p:sp>
        <p:nvSpPr>
          <p:cNvPr id="632" name="Google Shape;632;p65"/>
          <p:cNvSpPr txBox="1"/>
          <p:nvPr/>
        </p:nvSpPr>
        <p:spPr>
          <a:xfrm>
            <a:off x="0" y="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33" name="Google Shape;633;p65"/>
          <p:cNvSpPr txBox="1"/>
          <p:nvPr/>
        </p:nvSpPr>
        <p:spPr>
          <a:xfrm>
            <a:off x="457600" y="1168000"/>
            <a:ext cx="777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Check browsers folders for cookies, history and downloads!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4" name="Google Shape;634;p65"/>
          <p:cNvSpPr txBox="1"/>
          <p:nvPr/>
        </p:nvSpPr>
        <p:spPr>
          <a:xfrm>
            <a:off x="457600" y="1573550"/>
            <a:ext cx="8440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Linux: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~/.config/&lt;browser&gt;/Default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~/.mozilla/firefox/Default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~/snap/&lt;browser&gt;/common/Default (installed with snap)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~/.var/app/&lt;browser&gt;/Default (installed with flatpak)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Windows: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%LocalAppData%\Google\Chrome\User Data\Default\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%LocalAppData%\Microsoft\Edge\User Data\Default\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%AppData%\Mozilla\Firefox\Profiles\*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35" name="Google Shape;635;p65"/>
          <p:cNvSpPr txBox="1"/>
          <p:nvPr/>
        </p:nvSpPr>
        <p:spPr>
          <a:xfrm>
            <a:off x="998100" y="4552925"/>
            <a:ext cx="714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6AA84F"/>
                </a:highlight>
                <a:latin typeface="Space Grotesk"/>
                <a:ea typeface="Space Grotesk"/>
                <a:cs typeface="Space Grotesk"/>
                <a:sym typeface="Space Grotesk"/>
              </a:rPr>
              <a:t>Open the .db’s or use NIRSOFT’s (or lookup) parsing tools</a:t>
            </a:r>
            <a:endParaRPr sz="1800">
              <a:solidFill>
                <a:schemeClr val="dk1"/>
              </a:solidFill>
              <a:highlight>
                <a:srgbClr val="6AA84F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- packets</a:t>
            </a:r>
            <a:endParaRPr/>
          </a:p>
        </p:txBody>
      </p:sp>
      <p:sp>
        <p:nvSpPr>
          <p:cNvPr id="641" name="Google Shape;641;p66"/>
          <p:cNvSpPr txBox="1"/>
          <p:nvPr/>
        </p:nvSpPr>
        <p:spPr>
          <a:xfrm>
            <a:off x="0" y="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pic>
        <p:nvPicPr>
          <p:cNvPr id="642" name="Google Shape;64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0850" y="2986100"/>
            <a:ext cx="2672850" cy="178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2100" y="450025"/>
            <a:ext cx="2547075" cy="2465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450" y="1378048"/>
            <a:ext cx="3964550" cy="297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- packet structures</a:t>
            </a:r>
            <a:endParaRPr/>
          </a:p>
        </p:txBody>
      </p:sp>
      <p:sp>
        <p:nvSpPr>
          <p:cNvPr id="650" name="Google Shape;650;p67"/>
          <p:cNvSpPr txBox="1"/>
          <p:nvPr/>
        </p:nvSpPr>
        <p:spPr>
          <a:xfrm>
            <a:off x="0" y="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pic>
        <p:nvPicPr>
          <p:cNvPr id="651" name="Google Shape;65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7525" y="1551325"/>
            <a:ext cx="6088949" cy="277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- We can sniff packets! (Wifi or router)</a:t>
            </a:r>
            <a:endParaRPr/>
          </a:p>
        </p:txBody>
      </p:sp>
      <p:sp>
        <p:nvSpPr>
          <p:cNvPr id="657" name="Google Shape;657;p68"/>
          <p:cNvSpPr txBox="1"/>
          <p:nvPr/>
        </p:nvSpPr>
        <p:spPr>
          <a:xfrm>
            <a:off x="0" y="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pic>
        <p:nvPicPr>
          <p:cNvPr id="658" name="Google Shape;65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0925" y="1429675"/>
            <a:ext cx="4565850" cy="30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- Analyse packets - Wireshark</a:t>
            </a:r>
            <a:endParaRPr/>
          </a:p>
        </p:txBody>
      </p:sp>
      <p:sp>
        <p:nvSpPr>
          <p:cNvPr id="664" name="Google Shape;664;p69"/>
          <p:cNvSpPr txBox="1"/>
          <p:nvPr/>
        </p:nvSpPr>
        <p:spPr>
          <a:xfrm>
            <a:off x="0" y="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pic>
        <p:nvPicPr>
          <p:cNvPr id="665" name="Google Shape;66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650" y="1208125"/>
            <a:ext cx="5926701" cy="3539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Wireshark - use filters!</a:t>
            </a:r>
            <a:endParaRPr/>
          </a:p>
        </p:txBody>
      </p:sp>
      <p:sp>
        <p:nvSpPr>
          <p:cNvPr id="671" name="Google Shape;671;p70"/>
          <p:cNvSpPr txBox="1"/>
          <p:nvPr/>
        </p:nvSpPr>
        <p:spPr>
          <a:xfrm>
            <a:off x="0" y="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pic>
        <p:nvPicPr>
          <p:cNvPr id="672" name="Google Shape;67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2812" y="1231150"/>
            <a:ext cx="5998376" cy="34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70" title="580b57fcd9996e24bc43c4c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9450" y="2606926"/>
            <a:ext cx="2473725" cy="23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7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Practice!</a:t>
            </a:r>
            <a:endParaRPr/>
          </a:p>
        </p:txBody>
      </p:sp>
      <p:sp>
        <p:nvSpPr>
          <p:cNvPr id="679" name="Google Shape;679;p71"/>
          <p:cNvSpPr txBox="1"/>
          <p:nvPr/>
        </p:nvSpPr>
        <p:spPr>
          <a:xfrm>
            <a:off x="387150" y="1103625"/>
            <a:ext cx="854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Solve challenges on CMU’s Cylab (picoCTF) - </a:t>
            </a:r>
            <a:r>
              <a:rPr lang="en" sz="1800" u="sng">
                <a:solidFill>
                  <a:srgbClr val="1155CC"/>
                </a:solidFill>
                <a:latin typeface="Space Grotesk"/>
                <a:ea typeface="Space Grotesk"/>
                <a:cs typeface="Space Grotesk"/>
                <a:sym typeface="Space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learn.cylabacademy.org</a:t>
            </a: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Char char="●"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Try Sherlocks - </a:t>
            </a:r>
            <a:r>
              <a:rPr lang="en" sz="1800" u="sng">
                <a:solidFill>
                  <a:srgbClr val="1155CC"/>
                </a:solidFill>
                <a:latin typeface="Space Grotesk"/>
                <a:ea typeface="Space Grotesk"/>
                <a:cs typeface="Space Grotesk"/>
                <a:sym typeface="Space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hackthebox.com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80" name="Google Shape;680;p71" title="hypno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34649" y="1842525"/>
            <a:ext cx="4274700" cy="3026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71"/>
          <p:cNvSpPr txBox="1"/>
          <p:nvPr/>
        </p:nvSpPr>
        <p:spPr>
          <a:xfrm>
            <a:off x="3820750" y="4235550"/>
            <a:ext cx="156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highlight>
                  <a:srgbClr val="6AA84F"/>
                </a:highlight>
                <a:latin typeface="Space Grotesk"/>
                <a:ea typeface="Space Grotesk"/>
                <a:cs typeface="Space Grotesk"/>
                <a:sym typeface="Space Grotesk"/>
              </a:rPr>
              <a:t>PLAY CTFS!</a:t>
            </a:r>
            <a:endParaRPr b="1" sz="2000">
              <a:solidFill>
                <a:schemeClr val="dk1"/>
              </a:solidFill>
              <a:highlight>
                <a:srgbClr val="6AA84F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82" name="Google Shape;682;p71"/>
          <p:cNvSpPr txBox="1"/>
          <p:nvPr/>
        </p:nvSpPr>
        <p:spPr>
          <a:xfrm>
            <a:off x="4799950" y="1402775"/>
            <a:ext cx="447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(PS: root-me + Cyberdefenders)</a:t>
            </a:r>
            <a:endParaRPr sz="18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434343"/>
      </a:lt1>
      <a:dk2>
        <a:srgbClr val="B7B7B7"/>
      </a:dk2>
      <a:lt2>
        <a:srgbClr val="E7E7E7"/>
      </a:lt2>
      <a:accent1>
        <a:srgbClr val="007E6C"/>
      </a:accent1>
      <a:accent2>
        <a:srgbClr val="00E58E"/>
      </a:accent2>
      <a:accent3>
        <a:srgbClr val="CF94B4"/>
      </a:accent3>
      <a:accent4>
        <a:srgbClr val="F6B5D3"/>
      </a:accent4>
      <a:accent5>
        <a:srgbClr val="FFF269"/>
      </a:accent5>
      <a:accent6>
        <a:srgbClr val="F8ED89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